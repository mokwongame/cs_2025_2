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07252F-12FA-42B0-A780-04EF4051297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B835F0-9916-4F0A-9815-5F06B7CC0161}">
      <dgm:prSet/>
      <dgm:spPr/>
      <dgm:t>
        <a:bodyPr/>
        <a:lstStyle/>
        <a:p>
          <a:r>
            <a:rPr lang="en-US"/>
            <a:t>C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C++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Java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C#</a:t>
          </a:r>
        </a:p>
      </dgm:t>
    </dgm:pt>
    <dgm:pt modelId="{52C136FF-724A-4620-9854-301BB31D5E04}" type="parTrans" cxnId="{E93443A1-BEB5-46B2-8A4D-513AA4B8CC9B}">
      <dgm:prSet/>
      <dgm:spPr/>
      <dgm:t>
        <a:bodyPr/>
        <a:lstStyle/>
        <a:p>
          <a:endParaRPr lang="en-US"/>
        </a:p>
      </dgm:t>
    </dgm:pt>
    <dgm:pt modelId="{D029BD15-D329-418E-B8C8-A6E9BBB73A0D}" type="sibTrans" cxnId="{E93443A1-BEB5-46B2-8A4D-513AA4B8CC9B}">
      <dgm:prSet/>
      <dgm:spPr/>
      <dgm:t>
        <a:bodyPr/>
        <a:lstStyle/>
        <a:p>
          <a:endParaRPr lang="en-US"/>
        </a:p>
      </dgm:t>
    </dgm:pt>
    <dgm:pt modelId="{341A3407-248E-434F-9DEE-4233053476A2}">
      <dgm:prSet/>
      <dgm:spPr/>
      <dgm:t>
        <a:bodyPr/>
        <a:lstStyle/>
        <a:p>
          <a:r>
            <a:rPr lang="en-US"/>
            <a:t>C++(</a:t>
          </a:r>
          <a:r>
            <a:rPr lang="ko-KR"/>
            <a:t>클래스 사용</a:t>
          </a:r>
          <a:r>
            <a:rPr lang="en-US"/>
            <a:t>)</a:t>
          </a:r>
        </a:p>
      </dgm:t>
    </dgm:pt>
    <dgm:pt modelId="{53148055-C4AA-4F6F-B276-D41E141C0C6E}" type="parTrans" cxnId="{B5746E76-3AF1-48ED-B4F1-3EB7383FBAF1}">
      <dgm:prSet/>
      <dgm:spPr/>
      <dgm:t>
        <a:bodyPr/>
        <a:lstStyle/>
        <a:p>
          <a:endParaRPr lang="en-US"/>
        </a:p>
      </dgm:t>
    </dgm:pt>
    <dgm:pt modelId="{AC27ADC0-3047-4CA8-A769-E8D55B373DB8}" type="sibTrans" cxnId="{B5746E76-3AF1-48ED-B4F1-3EB7383FBAF1}">
      <dgm:prSet/>
      <dgm:spPr/>
      <dgm:t>
        <a:bodyPr/>
        <a:lstStyle/>
        <a:p>
          <a:endParaRPr lang="en-US"/>
        </a:p>
      </dgm:t>
    </dgm:pt>
    <dgm:pt modelId="{04BA4B6E-8ACC-4E37-85BB-014B38C958E1}">
      <dgm:prSet/>
      <dgm:spPr/>
      <dgm:t>
        <a:bodyPr/>
        <a:lstStyle/>
        <a:p>
          <a:r>
            <a:rPr lang="ko-KR"/>
            <a:t>자바</a:t>
          </a:r>
          <a:r>
            <a:rPr lang="en-US"/>
            <a:t>(Java: </a:t>
          </a:r>
          <a:r>
            <a:rPr lang="ko-KR"/>
            <a:t>장치 독립적 프로그래밍</a:t>
          </a:r>
          <a:r>
            <a:rPr lang="en-US"/>
            <a:t>, </a:t>
          </a:r>
          <a:r>
            <a:rPr lang="ko-KR"/>
            <a:t>가상 머신 도입</a:t>
          </a:r>
          <a:r>
            <a:rPr lang="en-US"/>
            <a:t>)</a:t>
          </a:r>
        </a:p>
      </dgm:t>
    </dgm:pt>
    <dgm:pt modelId="{7483932A-319B-4A06-821A-7175BB155752}" type="parTrans" cxnId="{DC281D62-4145-4AD7-BBA6-53BAD05880E4}">
      <dgm:prSet/>
      <dgm:spPr/>
      <dgm:t>
        <a:bodyPr/>
        <a:lstStyle/>
        <a:p>
          <a:endParaRPr lang="en-US"/>
        </a:p>
      </dgm:t>
    </dgm:pt>
    <dgm:pt modelId="{CF28433F-63F5-4CE6-8F1E-C39D6CED6F78}" type="sibTrans" cxnId="{DC281D62-4145-4AD7-BBA6-53BAD05880E4}">
      <dgm:prSet/>
      <dgm:spPr/>
      <dgm:t>
        <a:bodyPr/>
        <a:lstStyle/>
        <a:p>
          <a:endParaRPr lang="en-US"/>
        </a:p>
      </dgm:t>
    </dgm:pt>
    <dgm:pt modelId="{F9A9C18E-DFDB-4877-BF6D-5BB0C041A425}">
      <dgm:prSet/>
      <dgm:spPr/>
      <dgm:t>
        <a:bodyPr/>
        <a:lstStyle/>
        <a:p>
          <a:r>
            <a:rPr lang="en-US"/>
            <a:t>C#: C++</a:t>
          </a:r>
          <a:r>
            <a:rPr lang="ko-KR"/>
            <a:t>을 이으면서 자바의 장점을 도입함</a:t>
          </a:r>
          <a:r>
            <a:rPr lang="en-US"/>
            <a:t>; </a:t>
          </a:r>
          <a:r>
            <a:rPr lang="ko-KR"/>
            <a:t>대신 문법이 </a:t>
          </a:r>
          <a:r>
            <a:rPr lang="en-US"/>
            <a:t>C++</a:t>
          </a:r>
          <a:r>
            <a:rPr lang="ko-KR"/>
            <a:t>과 비슷하면서도 달라서 </a:t>
          </a:r>
          <a:r>
            <a:rPr lang="ko-KR" b="1" u="sng"/>
            <a:t>주의 필요</a:t>
          </a:r>
          <a:endParaRPr lang="en-US"/>
        </a:p>
      </dgm:t>
    </dgm:pt>
    <dgm:pt modelId="{194A7B10-D568-48CE-87E0-30E4A2A9CB5F}" type="parTrans" cxnId="{F17F424C-E52D-44CA-A29B-9D3D06893D35}">
      <dgm:prSet/>
      <dgm:spPr/>
      <dgm:t>
        <a:bodyPr/>
        <a:lstStyle/>
        <a:p>
          <a:endParaRPr lang="en-US"/>
        </a:p>
      </dgm:t>
    </dgm:pt>
    <dgm:pt modelId="{12834918-72B7-4489-89FE-A42FD7BC315C}" type="sibTrans" cxnId="{F17F424C-E52D-44CA-A29B-9D3D06893D35}">
      <dgm:prSet/>
      <dgm:spPr/>
      <dgm:t>
        <a:bodyPr/>
        <a:lstStyle/>
        <a:p>
          <a:endParaRPr lang="en-US"/>
        </a:p>
      </dgm:t>
    </dgm:pt>
    <dgm:pt modelId="{A8A6E13E-E8AA-41EA-A46D-090412D000D1}" type="pres">
      <dgm:prSet presAssocID="{0307252F-12FA-42B0-A780-04EF40512977}" presName="linear" presStyleCnt="0">
        <dgm:presLayoutVars>
          <dgm:animLvl val="lvl"/>
          <dgm:resizeHandles val="exact"/>
        </dgm:presLayoutVars>
      </dgm:prSet>
      <dgm:spPr/>
    </dgm:pt>
    <dgm:pt modelId="{8CE47CA1-1DE7-4AD1-9D28-846CFE22F5A0}" type="pres">
      <dgm:prSet presAssocID="{5EB835F0-9916-4F0A-9815-5F06B7CC016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90C84B-4A4A-4C38-8F34-722ED3BF3C41}" type="pres">
      <dgm:prSet presAssocID="{D029BD15-D329-418E-B8C8-A6E9BBB73A0D}" presName="spacer" presStyleCnt="0"/>
      <dgm:spPr/>
    </dgm:pt>
    <dgm:pt modelId="{67C20225-C3B9-4052-8925-F1B032F2D3DB}" type="pres">
      <dgm:prSet presAssocID="{341A3407-248E-434F-9DEE-4233053476A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78DD8A-D12C-48EA-BA26-D43EE83CE743}" type="pres">
      <dgm:prSet presAssocID="{AC27ADC0-3047-4CA8-A769-E8D55B373DB8}" presName="spacer" presStyleCnt="0"/>
      <dgm:spPr/>
    </dgm:pt>
    <dgm:pt modelId="{E853503F-C0C1-4161-A036-16A4EC109E7E}" type="pres">
      <dgm:prSet presAssocID="{04BA4B6E-8ACC-4E37-85BB-014B38C958E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6F43784-E7F7-4790-B803-74286BC7F45C}" type="pres">
      <dgm:prSet presAssocID="{CF28433F-63F5-4CE6-8F1E-C39D6CED6F78}" presName="spacer" presStyleCnt="0"/>
      <dgm:spPr/>
    </dgm:pt>
    <dgm:pt modelId="{191D88DA-3B41-4450-A6A4-D09897A490C0}" type="pres">
      <dgm:prSet presAssocID="{F9A9C18E-DFDB-4877-BF6D-5BB0C041A4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4ABC928-12AE-40F4-A4A5-9ACF5B2FA614}" type="presOf" srcId="{341A3407-248E-434F-9DEE-4233053476A2}" destId="{67C20225-C3B9-4052-8925-F1B032F2D3DB}" srcOrd="0" destOrd="0" presId="urn:microsoft.com/office/officeart/2005/8/layout/vList2"/>
    <dgm:cxn modelId="{EF7C693D-5558-42F2-8171-558424CD7653}" type="presOf" srcId="{5EB835F0-9916-4F0A-9815-5F06B7CC0161}" destId="{8CE47CA1-1DE7-4AD1-9D28-846CFE22F5A0}" srcOrd="0" destOrd="0" presId="urn:microsoft.com/office/officeart/2005/8/layout/vList2"/>
    <dgm:cxn modelId="{DC281D62-4145-4AD7-BBA6-53BAD05880E4}" srcId="{0307252F-12FA-42B0-A780-04EF40512977}" destId="{04BA4B6E-8ACC-4E37-85BB-014B38C958E1}" srcOrd="2" destOrd="0" parTransId="{7483932A-319B-4A06-821A-7175BB155752}" sibTransId="{CF28433F-63F5-4CE6-8F1E-C39D6CED6F78}"/>
    <dgm:cxn modelId="{F17F424C-E52D-44CA-A29B-9D3D06893D35}" srcId="{0307252F-12FA-42B0-A780-04EF40512977}" destId="{F9A9C18E-DFDB-4877-BF6D-5BB0C041A425}" srcOrd="3" destOrd="0" parTransId="{194A7B10-D568-48CE-87E0-30E4A2A9CB5F}" sibTransId="{12834918-72B7-4489-89FE-A42FD7BC315C}"/>
    <dgm:cxn modelId="{E58FD474-B9AA-4F42-B33F-306F369BBE10}" type="presOf" srcId="{F9A9C18E-DFDB-4877-BF6D-5BB0C041A425}" destId="{191D88DA-3B41-4450-A6A4-D09897A490C0}" srcOrd="0" destOrd="0" presId="urn:microsoft.com/office/officeart/2005/8/layout/vList2"/>
    <dgm:cxn modelId="{B5746E76-3AF1-48ED-B4F1-3EB7383FBAF1}" srcId="{0307252F-12FA-42B0-A780-04EF40512977}" destId="{341A3407-248E-434F-9DEE-4233053476A2}" srcOrd="1" destOrd="0" parTransId="{53148055-C4AA-4F6F-B276-D41E141C0C6E}" sibTransId="{AC27ADC0-3047-4CA8-A769-E8D55B373DB8}"/>
    <dgm:cxn modelId="{6B0E717D-879B-4A38-9F66-E17E2062EDD8}" type="presOf" srcId="{0307252F-12FA-42B0-A780-04EF40512977}" destId="{A8A6E13E-E8AA-41EA-A46D-090412D000D1}" srcOrd="0" destOrd="0" presId="urn:microsoft.com/office/officeart/2005/8/layout/vList2"/>
    <dgm:cxn modelId="{47DBFC88-C2C5-4199-99E5-ED147D194EBE}" type="presOf" srcId="{04BA4B6E-8ACC-4E37-85BB-014B38C958E1}" destId="{E853503F-C0C1-4161-A036-16A4EC109E7E}" srcOrd="0" destOrd="0" presId="urn:microsoft.com/office/officeart/2005/8/layout/vList2"/>
    <dgm:cxn modelId="{E93443A1-BEB5-46B2-8A4D-513AA4B8CC9B}" srcId="{0307252F-12FA-42B0-A780-04EF40512977}" destId="{5EB835F0-9916-4F0A-9815-5F06B7CC0161}" srcOrd="0" destOrd="0" parTransId="{52C136FF-724A-4620-9854-301BB31D5E04}" sibTransId="{D029BD15-D329-418E-B8C8-A6E9BBB73A0D}"/>
    <dgm:cxn modelId="{6DD47D71-3C1E-442C-8403-0BCE47FC51CE}" type="presParOf" srcId="{A8A6E13E-E8AA-41EA-A46D-090412D000D1}" destId="{8CE47CA1-1DE7-4AD1-9D28-846CFE22F5A0}" srcOrd="0" destOrd="0" presId="urn:microsoft.com/office/officeart/2005/8/layout/vList2"/>
    <dgm:cxn modelId="{B24088C7-64E2-4E75-B425-19E7F4148BB8}" type="presParOf" srcId="{A8A6E13E-E8AA-41EA-A46D-090412D000D1}" destId="{C590C84B-4A4A-4C38-8F34-722ED3BF3C41}" srcOrd="1" destOrd="0" presId="urn:microsoft.com/office/officeart/2005/8/layout/vList2"/>
    <dgm:cxn modelId="{271AED04-692D-43EC-9DD1-2E80D9C38334}" type="presParOf" srcId="{A8A6E13E-E8AA-41EA-A46D-090412D000D1}" destId="{67C20225-C3B9-4052-8925-F1B032F2D3DB}" srcOrd="2" destOrd="0" presId="urn:microsoft.com/office/officeart/2005/8/layout/vList2"/>
    <dgm:cxn modelId="{B456B837-B4EF-4172-8D5F-3A92DE34701B}" type="presParOf" srcId="{A8A6E13E-E8AA-41EA-A46D-090412D000D1}" destId="{DD78DD8A-D12C-48EA-BA26-D43EE83CE743}" srcOrd="3" destOrd="0" presId="urn:microsoft.com/office/officeart/2005/8/layout/vList2"/>
    <dgm:cxn modelId="{B95301E0-A58D-4348-910A-E31868F670F6}" type="presParOf" srcId="{A8A6E13E-E8AA-41EA-A46D-090412D000D1}" destId="{E853503F-C0C1-4161-A036-16A4EC109E7E}" srcOrd="4" destOrd="0" presId="urn:microsoft.com/office/officeart/2005/8/layout/vList2"/>
    <dgm:cxn modelId="{1293FEBB-2FBD-422D-94A7-AFE828C70A5E}" type="presParOf" srcId="{A8A6E13E-E8AA-41EA-A46D-090412D000D1}" destId="{C6F43784-E7F7-4790-B803-74286BC7F45C}" srcOrd="5" destOrd="0" presId="urn:microsoft.com/office/officeart/2005/8/layout/vList2"/>
    <dgm:cxn modelId="{4E176670-CF24-4E9B-B175-8952DB95B688}" type="presParOf" srcId="{A8A6E13E-E8AA-41EA-A46D-090412D000D1}" destId="{191D88DA-3B41-4450-A6A4-D09897A490C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97DC72-3674-440E-B165-7E427C9AC1D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0DA11D1-D694-4321-93BC-E06B00832125}">
      <dgm:prSet/>
      <dgm:spPr/>
      <dgm:t>
        <a:bodyPr/>
        <a:lstStyle/>
        <a:p>
          <a:r>
            <a:rPr lang="ko-KR"/>
            <a:t>모든 자료형은 클래스로 구현</a:t>
          </a:r>
          <a:r>
            <a:rPr lang="en-US"/>
            <a:t>: value, reference</a:t>
          </a:r>
          <a:r>
            <a:rPr lang="ko-KR"/>
            <a:t>로 구분</a:t>
          </a:r>
          <a:endParaRPr lang="en-US"/>
        </a:p>
      </dgm:t>
    </dgm:pt>
    <dgm:pt modelId="{9A627D7B-C007-439B-884B-418C8EB9B85D}" type="parTrans" cxnId="{7937EB5C-FBEA-48CD-9438-A0E79448A24C}">
      <dgm:prSet/>
      <dgm:spPr/>
      <dgm:t>
        <a:bodyPr/>
        <a:lstStyle/>
        <a:p>
          <a:endParaRPr lang="en-US"/>
        </a:p>
      </dgm:t>
    </dgm:pt>
    <dgm:pt modelId="{E589F855-7B6E-4091-958F-125E52D09105}" type="sibTrans" cxnId="{7937EB5C-FBEA-48CD-9438-A0E79448A24C}">
      <dgm:prSet/>
      <dgm:spPr/>
      <dgm:t>
        <a:bodyPr/>
        <a:lstStyle/>
        <a:p>
          <a:endParaRPr lang="en-US"/>
        </a:p>
      </dgm:t>
    </dgm:pt>
    <dgm:pt modelId="{31C758F1-1058-42FA-B61C-AFB72CC78DC7}">
      <dgm:prSet/>
      <dgm:spPr/>
      <dgm:t>
        <a:bodyPr/>
        <a:lstStyle/>
        <a:p>
          <a:r>
            <a:rPr lang="en-US"/>
            <a:t>C++</a:t>
          </a:r>
          <a:r>
            <a:rPr lang="ko-KR"/>
            <a:t>과 연계성을 위해 </a:t>
          </a:r>
          <a:r>
            <a:rPr lang="en-US"/>
            <a:t>alias(int, double </a:t>
          </a:r>
          <a:r>
            <a:rPr lang="ko-KR"/>
            <a:t>등</a:t>
          </a:r>
          <a:r>
            <a:rPr lang="en-US"/>
            <a:t>) </a:t>
          </a:r>
          <a:r>
            <a:rPr lang="ko-KR"/>
            <a:t>제공</a:t>
          </a:r>
          <a:endParaRPr lang="en-US"/>
        </a:p>
      </dgm:t>
    </dgm:pt>
    <dgm:pt modelId="{F94622E5-8BFB-4EC1-8C65-F676C05DDB22}" type="parTrans" cxnId="{E1B43270-6446-4EEF-99C1-DAA1D7618F75}">
      <dgm:prSet/>
      <dgm:spPr/>
      <dgm:t>
        <a:bodyPr/>
        <a:lstStyle/>
        <a:p>
          <a:endParaRPr lang="en-US"/>
        </a:p>
      </dgm:t>
    </dgm:pt>
    <dgm:pt modelId="{B187595A-AD8D-4CA2-A5A2-D88CB9F25DBE}" type="sibTrans" cxnId="{E1B43270-6446-4EEF-99C1-DAA1D7618F75}">
      <dgm:prSet/>
      <dgm:spPr/>
      <dgm:t>
        <a:bodyPr/>
        <a:lstStyle/>
        <a:p>
          <a:endParaRPr lang="en-US"/>
        </a:p>
      </dgm:t>
    </dgm:pt>
    <dgm:pt modelId="{16669F77-A585-4FEB-A8F4-3AAB633F3E9F}">
      <dgm:prSet/>
      <dgm:spPr/>
      <dgm:t>
        <a:bodyPr/>
        <a:lstStyle/>
        <a:p>
          <a:r>
            <a:rPr lang="en-US" dirty="0"/>
            <a:t>object </a:t>
          </a:r>
          <a:r>
            <a:rPr lang="ko-KR" dirty="0"/>
            <a:t>자료형</a:t>
          </a:r>
          <a:r>
            <a:rPr lang="en-US" dirty="0"/>
            <a:t>: reference; </a:t>
          </a:r>
          <a:r>
            <a:rPr lang="ko-KR" dirty="0"/>
            <a:t>모든 자료를 담는 객체 자료형</a:t>
          </a:r>
          <a:r>
            <a:rPr lang="en-US" altLang="ko-KR" dirty="0"/>
            <a:t>(boxing, unboxing)</a:t>
          </a:r>
          <a:endParaRPr lang="en-US" dirty="0"/>
        </a:p>
      </dgm:t>
    </dgm:pt>
    <dgm:pt modelId="{B89FD316-93FB-417D-8B3F-B0652262C15A}" type="parTrans" cxnId="{0D0168D3-09DF-4C0C-AE48-B4329B16CF7D}">
      <dgm:prSet/>
      <dgm:spPr/>
      <dgm:t>
        <a:bodyPr/>
        <a:lstStyle/>
        <a:p>
          <a:endParaRPr lang="en-US"/>
        </a:p>
      </dgm:t>
    </dgm:pt>
    <dgm:pt modelId="{7A68D7D8-E9E0-492B-9CD8-558455EF3135}" type="sibTrans" cxnId="{0D0168D3-09DF-4C0C-AE48-B4329B16CF7D}">
      <dgm:prSet/>
      <dgm:spPr/>
      <dgm:t>
        <a:bodyPr/>
        <a:lstStyle/>
        <a:p>
          <a:endParaRPr lang="en-US"/>
        </a:p>
      </dgm:t>
    </dgm:pt>
    <dgm:pt modelId="{6803DAC1-1D44-4A53-B95C-18EE7F562D3C}">
      <dgm:prSet/>
      <dgm:spPr/>
      <dgm:t>
        <a:bodyPr/>
        <a:lstStyle/>
        <a:p>
          <a:r>
            <a:rPr lang="en-US" dirty="0"/>
            <a:t>var </a:t>
          </a:r>
          <a:r>
            <a:rPr lang="ko-KR" dirty="0"/>
            <a:t>자료형</a:t>
          </a:r>
          <a:r>
            <a:rPr lang="en-US" dirty="0"/>
            <a:t>: </a:t>
          </a:r>
          <a:r>
            <a:rPr lang="ko-KR" dirty="0"/>
            <a:t>암시적 자료형</a:t>
          </a:r>
          <a:r>
            <a:rPr lang="en-US" dirty="0"/>
            <a:t>; </a:t>
          </a:r>
          <a:r>
            <a:rPr lang="ko-KR" dirty="0"/>
            <a:t>할당이 이루어져야 자료형이 결정</a:t>
          </a:r>
          <a:r>
            <a:rPr lang="en-US" altLang="ko-KR" dirty="0"/>
            <a:t>(</a:t>
          </a:r>
          <a:r>
            <a:rPr lang="en-US" altLang="ko-KR" dirty="0" err="1"/>
            <a:t>GetType</a:t>
          </a:r>
          <a:r>
            <a:rPr lang="en-US" altLang="ko-KR" dirty="0"/>
            <a:t>()</a:t>
          </a:r>
          <a:r>
            <a:rPr lang="ko-KR" altLang="en-US" dirty="0"/>
            <a:t>으로 형식 확인</a:t>
          </a:r>
          <a:r>
            <a:rPr lang="en-US" altLang="ko-KR" dirty="0"/>
            <a:t>)</a:t>
          </a:r>
          <a:endParaRPr lang="en-US" dirty="0"/>
        </a:p>
      </dgm:t>
    </dgm:pt>
    <dgm:pt modelId="{6C1E7CB1-8F7D-4574-9373-CB6C88BBED06}" type="parTrans" cxnId="{E3F2F47C-1809-4B3D-B836-72591B1D78B2}">
      <dgm:prSet/>
      <dgm:spPr/>
      <dgm:t>
        <a:bodyPr/>
        <a:lstStyle/>
        <a:p>
          <a:endParaRPr lang="en-US"/>
        </a:p>
      </dgm:t>
    </dgm:pt>
    <dgm:pt modelId="{D03AD3FC-E673-496A-AB99-978483EAD8F2}" type="sibTrans" cxnId="{E3F2F47C-1809-4B3D-B836-72591B1D78B2}">
      <dgm:prSet/>
      <dgm:spPr/>
      <dgm:t>
        <a:bodyPr/>
        <a:lstStyle/>
        <a:p>
          <a:endParaRPr lang="en-US"/>
        </a:p>
      </dgm:t>
    </dgm:pt>
    <dgm:pt modelId="{9700CB76-1425-4652-93B8-518BDB5BC1CB}" type="pres">
      <dgm:prSet presAssocID="{5297DC72-3674-440E-B165-7E427C9AC1D4}" presName="linear" presStyleCnt="0">
        <dgm:presLayoutVars>
          <dgm:animLvl val="lvl"/>
          <dgm:resizeHandles val="exact"/>
        </dgm:presLayoutVars>
      </dgm:prSet>
      <dgm:spPr/>
    </dgm:pt>
    <dgm:pt modelId="{6342BFB7-67C4-4A28-A680-912D16D8F53E}" type="pres">
      <dgm:prSet presAssocID="{70DA11D1-D694-4321-93BC-E06B0083212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44E00CA-6B71-4484-B079-1213DE7791CD}" type="pres">
      <dgm:prSet presAssocID="{E589F855-7B6E-4091-958F-125E52D09105}" presName="spacer" presStyleCnt="0"/>
      <dgm:spPr/>
    </dgm:pt>
    <dgm:pt modelId="{1C3856E3-3A29-48B8-BA87-050B520D5597}" type="pres">
      <dgm:prSet presAssocID="{31C758F1-1058-42FA-B61C-AFB72CC78DC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46ED0B-CA99-46CC-8097-9A35CD887628}" type="pres">
      <dgm:prSet presAssocID="{B187595A-AD8D-4CA2-A5A2-D88CB9F25DBE}" presName="spacer" presStyleCnt="0"/>
      <dgm:spPr/>
    </dgm:pt>
    <dgm:pt modelId="{71BCA28F-CA32-46A3-9364-7FC2179E39F2}" type="pres">
      <dgm:prSet presAssocID="{16669F77-A585-4FEB-A8F4-3AAB633F3E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B4CA456-2F19-433C-B0E2-862ED2C87F8D}" type="pres">
      <dgm:prSet presAssocID="{7A68D7D8-E9E0-492B-9CD8-558455EF3135}" presName="spacer" presStyleCnt="0"/>
      <dgm:spPr/>
    </dgm:pt>
    <dgm:pt modelId="{A845E23D-7440-4974-A2E3-AF50C31AF54F}" type="pres">
      <dgm:prSet presAssocID="{6803DAC1-1D44-4A53-B95C-18EE7F562D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937EB5C-FBEA-48CD-9438-A0E79448A24C}" srcId="{5297DC72-3674-440E-B165-7E427C9AC1D4}" destId="{70DA11D1-D694-4321-93BC-E06B00832125}" srcOrd="0" destOrd="0" parTransId="{9A627D7B-C007-439B-884B-418C8EB9B85D}" sibTransId="{E589F855-7B6E-4091-958F-125E52D09105}"/>
    <dgm:cxn modelId="{7C63944F-3038-4EA3-84DF-1E2630DD4E36}" type="presOf" srcId="{31C758F1-1058-42FA-B61C-AFB72CC78DC7}" destId="{1C3856E3-3A29-48B8-BA87-050B520D5597}" srcOrd="0" destOrd="0" presId="urn:microsoft.com/office/officeart/2005/8/layout/vList2"/>
    <dgm:cxn modelId="{E1B43270-6446-4EEF-99C1-DAA1D7618F75}" srcId="{5297DC72-3674-440E-B165-7E427C9AC1D4}" destId="{31C758F1-1058-42FA-B61C-AFB72CC78DC7}" srcOrd="1" destOrd="0" parTransId="{F94622E5-8BFB-4EC1-8C65-F676C05DDB22}" sibTransId="{B187595A-AD8D-4CA2-A5A2-D88CB9F25DBE}"/>
    <dgm:cxn modelId="{E3F2F47C-1809-4B3D-B836-72591B1D78B2}" srcId="{5297DC72-3674-440E-B165-7E427C9AC1D4}" destId="{6803DAC1-1D44-4A53-B95C-18EE7F562D3C}" srcOrd="3" destOrd="0" parTransId="{6C1E7CB1-8F7D-4574-9373-CB6C88BBED06}" sibTransId="{D03AD3FC-E673-496A-AB99-978483EAD8F2}"/>
    <dgm:cxn modelId="{6F12A693-1E2A-4CC4-AC5E-1EE79CC92266}" type="presOf" srcId="{16669F77-A585-4FEB-A8F4-3AAB633F3E9F}" destId="{71BCA28F-CA32-46A3-9364-7FC2179E39F2}" srcOrd="0" destOrd="0" presId="urn:microsoft.com/office/officeart/2005/8/layout/vList2"/>
    <dgm:cxn modelId="{F429A5CE-3E0E-4845-82F1-7A7595CAFEB8}" type="presOf" srcId="{5297DC72-3674-440E-B165-7E427C9AC1D4}" destId="{9700CB76-1425-4652-93B8-518BDB5BC1CB}" srcOrd="0" destOrd="0" presId="urn:microsoft.com/office/officeart/2005/8/layout/vList2"/>
    <dgm:cxn modelId="{0D0168D3-09DF-4C0C-AE48-B4329B16CF7D}" srcId="{5297DC72-3674-440E-B165-7E427C9AC1D4}" destId="{16669F77-A585-4FEB-A8F4-3AAB633F3E9F}" srcOrd="2" destOrd="0" parTransId="{B89FD316-93FB-417D-8B3F-B0652262C15A}" sibTransId="{7A68D7D8-E9E0-492B-9CD8-558455EF3135}"/>
    <dgm:cxn modelId="{3E5A76EA-1389-4537-90A0-B1A4C321157F}" type="presOf" srcId="{6803DAC1-1D44-4A53-B95C-18EE7F562D3C}" destId="{A845E23D-7440-4974-A2E3-AF50C31AF54F}" srcOrd="0" destOrd="0" presId="urn:microsoft.com/office/officeart/2005/8/layout/vList2"/>
    <dgm:cxn modelId="{7FA939EB-175F-4F6D-9F6C-B94D43D9B2E7}" type="presOf" srcId="{70DA11D1-D694-4321-93BC-E06B00832125}" destId="{6342BFB7-67C4-4A28-A680-912D16D8F53E}" srcOrd="0" destOrd="0" presId="urn:microsoft.com/office/officeart/2005/8/layout/vList2"/>
    <dgm:cxn modelId="{B434E4A0-0303-48D2-B52A-3762BAD44805}" type="presParOf" srcId="{9700CB76-1425-4652-93B8-518BDB5BC1CB}" destId="{6342BFB7-67C4-4A28-A680-912D16D8F53E}" srcOrd="0" destOrd="0" presId="urn:microsoft.com/office/officeart/2005/8/layout/vList2"/>
    <dgm:cxn modelId="{38AA5AB9-948B-40BE-970C-BBA4663ACF15}" type="presParOf" srcId="{9700CB76-1425-4652-93B8-518BDB5BC1CB}" destId="{044E00CA-6B71-4484-B079-1213DE7791CD}" srcOrd="1" destOrd="0" presId="urn:microsoft.com/office/officeart/2005/8/layout/vList2"/>
    <dgm:cxn modelId="{131411A2-6CE6-4BF7-8200-F3A8CCD8E374}" type="presParOf" srcId="{9700CB76-1425-4652-93B8-518BDB5BC1CB}" destId="{1C3856E3-3A29-48B8-BA87-050B520D5597}" srcOrd="2" destOrd="0" presId="urn:microsoft.com/office/officeart/2005/8/layout/vList2"/>
    <dgm:cxn modelId="{B412205C-3086-4AC5-BBF9-3BEB3FAA9A9E}" type="presParOf" srcId="{9700CB76-1425-4652-93B8-518BDB5BC1CB}" destId="{4A46ED0B-CA99-46CC-8097-9A35CD887628}" srcOrd="3" destOrd="0" presId="urn:microsoft.com/office/officeart/2005/8/layout/vList2"/>
    <dgm:cxn modelId="{5D3773F8-A92C-40AE-B82E-BA1F764FC126}" type="presParOf" srcId="{9700CB76-1425-4652-93B8-518BDB5BC1CB}" destId="{71BCA28F-CA32-46A3-9364-7FC2179E39F2}" srcOrd="4" destOrd="0" presId="urn:microsoft.com/office/officeart/2005/8/layout/vList2"/>
    <dgm:cxn modelId="{40A5E9DA-0435-4876-9F20-9DAF3C325F04}" type="presParOf" srcId="{9700CB76-1425-4652-93B8-518BDB5BC1CB}" destId="{4B4CA456-2F19-433C-B0E2-862ED2C87F8D}" srcOrd="5" destOrd="0" presId="urn:microsoft.com/office/officeart/2005/8/layout/vList2"/>
    <dgm:cxn modelId="{499E52CB-590E-4728-8ED4-021843A6AE0F}" type="presParOf" srcId="{9700CB76-1425-4652-93B8-518BDB5BC1CB}" destId="{A845E23D-7440-4974-A2E3-AF50C31AF54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038445-AED0-4198-AE29-A304CF9079A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7D1D38C-2737-4AA3-A88B-61CC9E78C6CE}">
      <dgm:prSet/>
      <dgm:spPr/>
      <dgm:t>
        <a:bodyPr/>
        <a:lstStyle/>
        <a:p>
          <a:r>
            <a:rPr lang="ko-KR" dirty="0"/>
            <a:t>자료형에 </a:t>
          </a:r>
          <a:r>
            <a:rPr lang="en-US" dirty="0"/>
            <a:t>null</a:t>
          </a:r>
          <a:r>
            <a:rPr lang="ko-KR" dirty="0"/>
            <a:t>을 허락하면 </a:t>
          </a:r>
          <a:r>
            <a:rPr lang="en-US" dirty="0"/>
            <a:t>nullable: null</a:t>
          </a:r>
          <a:r>
            <a:rPr lang="ko-KR" dirty="0"/>
            <a:t>은 아무 값도 없음</a:t>
          </a:r>
          <a:endParaRPr lang="en-US" dirty="0"/>
        </a:p>
      </dgm:t>
    </dgm:pt>
    <dgm:pt modelId="{FCBD1656-E86F-4F7B-A125-D7417990193A}" type="parTrans" cxnId="{EA950EE8-841D-4407-9172-FF0E09FD2192}">
      <dgm:prSet/>
      <dgm:spPr/>
      <dgm:t>
        <a:bodyPr/>
        <a:lstStyle/>
        <a:p>
          <a:endParaRPr lang="en-US"/>
        </a:p>
      </dgm:t>
    </dgm:pt>
    <dgm:pt modelId="{F3A97B4D-98DD-4774-B19A-1CC5D1B085B5}" type="sibTrans" cxnId="{EA950EE8-841D-4407-9172-FF0E09FD2192}">
      <dgm:prSet/>
      <dgm:spPr/>
      <dgm:t>
        <a:bodyPr/>
        <a:lstStyle/>
        <a:p>
          <a:endParaRPr lang="en-US"/>
        </a:p>
      </dgm:t>
    </dgm:pt>
    <dgm:pt modelId="{96917E11-9551-49F2-8057-9572922C4726}">
      <dgm:prSet/>
      <dgm:spPr/>
      <dgm:t>
        <a:bodyPr/>
        <a:lstStyle/>
        <a:p>
          <a:r>
            <a:rPr lang="en-US" dirty="0"/>
            <a:t>nullable:</a:t>
          </a:r>
          <a:r>
            <a:rPr lang="ko-KR" dirty="0"/>
            <a:t> 자료형</a:t>
          </a:r>
          <a:r>
            <a:rPr lang="en-US" dirty="0"/>
            <a:t>?</a:t>
          </a:r>
          <a:r>
            <a:rPr lang="ko-KR" dirty="0"/>
            <a:t>로 표기</a:t>
          </a:r>
          <a:r>
            <a:rPr lang="en-US" altLang="ko-KR" dirty="0"/>
            <a:t>; </a:t>
          </a:r>
          <a:r>
            <a:rPr lang="ko-KR" altLang="en-US" dirty="0"/>
            <a:t>예</a:t>
          </a:r>
          <a:r>
            <a:rPr lang="en-US" altLang="ko-KR" dirty="0"/>
            <a:t>) int? </a:t>
          </a:r>
          <a:r>
            <a:rPr lang="en-US" altLang="ko-KR" dirty="0" err="1"/>
            <a:t>i</a:t>
          </a:r>
          <a:r>
            <a:rPr lang="en-US" altLang="ko-KR" dirty="0"/>
            <a:t>;</a:t>
          </a:r>
          <a:endParaRPr lang="en-US" dirty="0"/>
        </a:p>
      </dgm:t>
    </dgm:pt>
    <dgm:pt modelId="{5F1EB695-E5B3-4BE7-8EC2-2BE7F4982494}" type="parTrans" cxnId="{32FA445F-8156-47EC-ADC6-1D444003E312}">
      <dgm:prSet/>
      <dgm:spPr/>
      <dgm:t>
        <a:bodyPr/>
        <a:lstStyle/>
        <a:p>
          <a:endParaRPr lang="en-US"/>
        </a:p>
      </dgm:t>
    </dgm:pt>
    <dgm:pt modelId="{324FB27A-8D21-4445-B248-9C695B0004D9}" type="sibTrans" cxnId="{32FA445F-8156-47EC-ADC6-1D444003E312}">
      <dgm:prSet/>
      <dgm:spPr/>
      <dgm:t>
        <a:bodyPr/>
        <a:lstStyle/>
        <a:p>
          <a:endParaRPr lang="en-US"/>
        </a:p>
      </dgm:t>
    </dgm:pt>
    <dgm:pt modelId="{F043209E-C73C-48AE-869B-BDDA2CB4CEC2}">
      <dgm:prSet/>
      <dgm:spPr/>
      <dgm:t>
        <a:bodyPr/>
        <a:lstStyle/>
        <a:p>
          <a:r>
            <a:rPr lang="en-US" dirty="0"/>
            <a:t>null </a:t>
          </a:r>
          <a:r>
            <a:rPr lang="ko-KR" altLang="en-US" dirty="0"/>
            <a:t>병합 연산자</a:t>
          </a:r>
          <a:r>
            <a:rPr lang="en-US" altLang="ko-KR" dirty="0"/>
            <a:t>: </a:t>
          </a:r>
          <a:r>
            <a:rPr lang="ko-KR" altLang="en-US" dirty="0"/>
            <a:t>할당에서 </a:t>
          </a:r>
          <a:r>
            <a:rPr lang="en-US" altLang="ko-KR" dirty="0"/>
            <a:t>null </a:t>
          </a:r>
          <a:r>
            <a:rPr lang="ko-KR" altLang="en-US" dirty="0"/>
            <a:t>처리</a:t>
          </a:r>
          <a:r>
            <a:rPr lang="en-US" altLang="ko-KR" dirty="0"/>
            <a:t>; </a:t>
          </a:r>
          <a:r>
            <a:rPr lang="ko-KR" altLang="en-US" dirty="0"/>
            <a:t>예</a:t>
          </a:r>
          <a:r>
            <a:rPr lang="en-US" altLang="ko-KR" dirty="0"/>
            <a:t>) int j = </a:t>
          </a:r>
          <a:r>
            <a:rPr lang="en-US" altLang="ko-KR" dirty="0" err="1"/>
            <a:t>i</a:t>
          </a:r>
          <a:r>
            <a:rPr lang="en-US" altLang="ko-KR" dirty="0"/>
            <a:t> ?? 0;</a:t>
          </a:r>
          <a:endParaRPr lang="en-US" dirty="0"/>
        </a:p>
      </dgm:t>
    </dgm:pt>
    <dgm:pt modelId="{9C8B4242-BA92-4493-973A-060D0DC7CD37}" type="parTrans" cxnId="{B91B5DDA-11EC-4CA5-9B8D-2132BE6C597D}">
      <dgm:prSet/>
      <dgm:spPr/>
      <dgm:t>
        <a:bodyPr/>
        <a:lstStyle/>
        <a:p>
          <a:pPr latinLnBrk="1"/>
          <a:endParaRPr lang="ko-KR" altLang="en-US"/>
        </a:p>
      </dgm:t>
    </dgm:pt>
    <dgm:pt modelId="{3FCC5C6B-60EB-475A-9789-0DA4BF183726}" type="sibTrans" cxnId="{B91B5DDA-11EC-4CA5-9B8D-2132BE6C597D}">
      <dgm:prSet/>
      <dgm:spPr/>
      <dgm:t>
        <a:bodyPr/>
        <a:lstStyle/>
        <a:p>
          <a:pPr latinLnBrk="1"/>
          <a:endParaRPr lang="ko-KR" altLang="en-US"/>
        </a:p>
      </dgm:t>
    </dgm:pt>
    <dgm:pt modelId="{591C31CC-DE79-40FD-8AFF-9A3EDEA68854}" type="pres">
      <dgm:prSet presAssocID="{15038445-AED0-4198-AE29-A304CF9079A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7091BEF-8667-439E-94AC-9DD9F7F80E5A}" type="pres">
      <dgm:prSet presAssocID="{97D1D38C-2737-4AA3-A88B-61CC9E78C6CE}" presName="hierRoot1" presStyleCnt="0"/>
      <dgm:spPr/>
    </dgm:pt>
    <dgm:pt modelId="{57AD9580-0440-4537-8979-4EC9020C0C9E}" type="pres">
      <dgm:prSet presAssocID="{97D1D38C-2737-4AA3-A88B-61CC9E78C6CE}" presName="composite" presStyleCnt="0"/>
      <dgm:spPr/>
    </dgm:pt>
    <dgm:pt modelId="{32E53D43-0EA3-48B2-AEF2-E910C770D71D}" type="pres">
      <dgm:prSet presAssocID="{97D1D38C-2737-4AA3-A88B-61CC9E78C6CE}" presName="background" presStyleLbl="node0" presStyleIdx="0" presStyleCnt="3"/>
      <dgm:spPr/>
    </dgm:pt>
    <dgm:pt modelId="{345BFCAD-0294-4C5A-9563-2A84959006EF}" type="pres">
      <dgm:prSet presAssocID="{97D1D38C-2737-4AA3-A88B-61CC9E78C6CE}" presName="text" presStyleLbl="fgAcc0" presStyleIdx="0" presStyleCnt="3">
        <dgm:presLayoutVars>
          <dgm:chPref val="3"/>
        </dgm:presLayoutVars>
      </dgm:prSet>
      <dgm:spPr/>
    </dgm:pt>
    <dgm:pt modelId="{5217DF54-F23A-4D93-96BB-8FA58D16DC21}" type="pres">
      <dgm:prSet presAssocID="{97D1D38C-2737-4AA3-A88B-61CC9E78C6CE}" presName="hierChild2" presStyleCnt="0"/>
      <dgm:spPr/>
    </dgm:pt>
    <dgm:pt modelId="{CFFC5921-56A3-44B4-B774-E283AB6B188E}" type="pres">
      <dgm:prSet presAssocID="{96917E11-9551-49F2-8057-9572922C4726}" presName="hierRoot1" presStyleCnt="0"/>
      <dgm:spPr/>
    </dgm:pt>
    <dgm:pt modelId="{730AEF25-A986-45AE-A5ED-FC72FA5EEB9D}" type="pres">
      <dgm:prSet presAssocID="{96917E11-9551-49F2-8057-9572922C4726}" presName="composite" presStyleCnt="0"/>
      <dgm:spPr/>
    </dgm:pt>
    <dgm:pt modelId="{4C1829A3-54B7-4D17-B63F-D6ABC09CFFD8}" type="pres">
      <dgm:prSet presAssocID="{96917E11-9551-49F2-8057-9572922C4726}" presName="background" presStyleLbl="node0" presStyleIdx="1" presStyleCnt="3"/>
      <dgm:spPr/>
    </dgm:pt>
    <dgm:pt modelId="{FA63569A-A2ED-4B55-8AAD-7C9F16A44E6A}" type="pres">
      <dgm:prSet presAssocID="{96917E11-9551-49F2-8057-9572922C4726}" presName="text" presStyleLbl="fgAcc0" presStyleIdx="1" presStyleCnt="3">
        <dgm:presLayoutVars>
          <dgm:chPref val="3"/>
        </dgm:presLayoutVars>
      </dgm:prSet>
      <dgm:spPr/>
    </dgm:pt>
    <dgm:pt modelId="{FA13D7D9-2FC9-4EA0-8A8A-966B4A7890FD}" type="pres">
      <dgm:prSet presAssocID="{96917E11-9551-49F2-8057-9572922C4726}" presName="hierChild2" presStyleCnt="0"/>
      <dgm:spPr/>
    </dgm:pt>
    <dgm:pt modelId="{BB372068-3380-4974-BB7B-D4325D20E6AE}" type="pres">
      <dgm:prSet presAssocID="{F043209E-C73C-48AE-869B-BDDA2CB4CEC2}" presName="hierRoot1" presStyleCnt="0"/>
      <dgm:spPr/>
    </dgm:pt>
    <dgm:pt modelId="{2261CA71-8D57-4402-AF40-1569C175F0C4}" type="pres">
      <dgm:prSet presAssocID="{F043209E-C73C-48AE-869B-BDDA2CB4CEC2}" presName="composite" presStyleCnt="0"/>
      <dgm:spPr/>
    </dgm:pt>
    <dgm:pt modelId="{E9F4444E-6B57-459B-B294-6A2DEB2B7AB4}" type="pres">
      <dgm:prSet presAssocID="{F043209E-C73C-48AE-869B-BDDA2CB4CEC2}" presName="background" presStyleLbl="node0" presStyleIdx="2" presStyleCnt="3"/>
      <dgm:spPr/>
    </dgm:pt>
    <dgm:pt modelId="{9A53AC12-F934-4750-BA7E-9DFF603F1B84}" type="pres">
      <dgm:prSet presAssocID="{F043209E-C73C-48AE-869B-BDDA2CB4CEC2}" presName="text" presStyleLbl="fgAcc0" presStyleIdx="2" presStyleCnt="3">
        <dgm:presLayoutVars>
          <dgm:chPref val="3"/>
        </dgm:presLayoutVars>
      </dgm:prSet>
      <dgm:spPr/>
    </dgm:pt>
    <dgm:pt modelId="{150DFAB9-6CF2-4FB1-AC03-6C6E49E3458E}" type="pres">
      <dgm:prSet presAssocID="{F043209E-C73C-48AE-869B-BDDA2CB4CEC2}" presName="hierChild2" presStyleCnt="0"/>
      <dgm:spPr/>
    </dgm:pt>
  </dgm:ptLst>
  <dgm:cxnLst>
    <dgm:cxn modelId="{B94DAA0B-F4B7-49DA-8CD7-3F764E0593AA}" type="presOf" srcId="{96917E11-9551-49F2-8057-9572922C4726}" destId="{FA63569A-A2ED-4B55-8AAD-7C9F16A44E6A}" srcOrd="0" destOrd="0" presId="urn:microsoft.com/office/officeart/2005/8/layout/hierarchy1"/>
    <dgm:cxn modelId="{32FA445F-8156-47EC-ADC6-1D444003E312}" srcId="{15038445-AED0-4198-AE29-A304CF9079AB}" destId="{96917E11-9551-49F2-8057-9572922C4726}" srcOrd="1" destOrd="0" parTransId="{5F1EB695-E5B3-4BE7-8EC2-2BE7F4982494}" sibTransId="{324FB27A-8D21-4445-B248-9C695B0004D9}"/>
    <dgm:cxn modelId="{48AEE07B-24C4-432F-A101-ED8F6C50D375}" type="presOf" srcId="{97D1D38C-2737-4AA3-A88B-61CC9E78C6CE}" destId="{345BFCAD-0294-4C5A-9563-2A84959006EF}" srcOrd="0" destOrd="0" presId="urn:microsoft.com/office/officeart/2005/8/layout/hierarchy1"/>
    <dgm:cxn modelId="{93A03693-BB4B-44AC-977A-DCB4DD8CF73F}" type="presOf" srcId="{15038445-AED0-4198-AE29-A304CF9079AB}" destId="{591C31CC-DE79-40FD-8AFF-9A3EDEA68854}" srcOrd="0" destOrd="0" presId="urn:microsoft.com/office/officeart/2005/8/layout/hierarchy1"/>
    <dgm:cxn modelId="{B91B5DDA-11EC-4CA5-9B8D-2132BE6C597D}" srcId="{15038445-AED0-4198-AE29-A304CF9079AB}" destId="{F043209E-C73C-48AE-869B-BDDA2CB4CEC2}" srcOrd="2" destOrd="0" parTransId="{9C8B4242-BA92-4493-973A-060D0DC7CD37}" sibTransId="{3FCC5C6B-60EB-475A-9789-0DA4BF183726}"/>
    <dgm:cxn modelId="{EA950EE8-841D-4407-9172-FF0E09FD2192}" srcId="{15038445-AED0-4198-AE29-A304CF9079AB}" destId="{97D1D38C-2737-4AA3-A88B-61CC9E78C6CE}" srcOrd="0" destOrd="0" parTransId="{FCBD1656-E86F-4F7B-A125-D7417990193A}" sibTransId="{F3A97B4D-98DD-4774-B19A-1CC5D1B085B5}"/>
    <dgm:cxn modelId="{292936F3-3475-4786-AFF0-2DB6279A8E28}" type="presOf" srcId="{F043209E-C73C-48AE-869B-BDDA2CB4CEC2}" destId="{9A53AC12-F934-4750-BA7E-9DFF603F1B84}" srcOrd="0" destOrd="0" presId="urn:microsoft.com/office/officeart/2005/8/layout/hierarchy1"/>
    <dgm:cxn modelId="{4387E43E-EBDD-4902-B518-ACFA880DCF6C}" type="presParOf" srcId="{591C31CC-DE79-40FD-8AFF-9A3EDEA68854}" destId="{47091BEF-8667-439E-94AC-9DD9F7F80E5A}" srcOrd="0" destOrd="0" presId="urn:microsoft.com/office/officeart/2005/8/layout/hierarchy1"/>
    <dgm:cxn modelId="{5E567A01-5319-46A8-A668-CE8DBA17F435}" type="presParOf" srcId="{47091BEF-8667-439E-94AC-9DD9F7F80E5A}" destId="{57AD9580-0440-4537-8979-4EC9020C0C9E}" srcOrd="0" destOrd="0" presId="urn:microsoft.com/office/officeart/2005/8/layout/hierarchy1"/>
    <dgm:cxn modelId="{EA396E1A-5E31-41BB-9FFA-BE8F8993AF34}" type="presParOf" srcId="{57AD9580-0440-4537-8979-4EC9020C0C9E}" destId="{32E53D43-0EA3-48B2-AEF2-E910C770D71D}" srcOrd="0" destOrd="0" presId="urn:microsoft.com/office/officeart/2005/8/layout/hierarchy1"/>
    <dgm:cxn modelId="{511EF651-070B-47FD-B585-77B17182EA68}" type="presParOf" srcId="{57AD9580-0440-4537-8979-4EC9020C0C9E}" destId="{345BFCAD-0294-4C5A-9563-2A84959006EF}" srcOrd="1" destOrd="0" presId="urn:microsoft.com/office/officeart/2005/8/layout/hierarchy1"/>
    <dgm:cxn modelId="{DD25A6F7-98F4-4A8B-92D7-C743DD61514C}" type="presParOf" srcId="{47091BEF-8667-439E-94AC-9DD9F7F80E5A}" destId="{5217DF54-F23A-4D93-96BB-8FA58D16DC21}" srcOrd="1" destOrd="0" presId="urn:microsoft.com/office/officeart/2005/8/layout/hierarchy1"/>
    <dgm:cxn modelId="{DD424F64-3D5D-425C-A91A-D283C3D691CD}" type="presParOf" srcId="{591C31CC-DE79-40FD-8AFF-9A3EDEA68854}" destId="{CFFC5921-56A3-44B4-B774-E283AB6B188E}" srcOrd="1" destOrd="0" presId="urn:microsoft.com/office/officeart/2005/8/layout/hierarchy1"/>
    <dgm:cxn modelId="{47472E27-7815-4D94-8625-A5F5F3E46915}" type="presParOf" srcId="{CFFC5921-56A3-44B4-B774-E283AB6B188E}" destId="{730AEF25-A986-45AE-A5ED-FC72FA5EEB9D}" srcOrd="0" destOrd="0" presId="urn:microsoft.com/office/officeart/2005/8/layout/hierarchy1"/>
    <dgm:cxn modelId="{4FA3497A-72C1-4B87-A5F7-E168F91FAECC}" type="presParOf" srcId="{730AEF25-A986-45AE-A5ED-FC72FA5EEB9D}" destId="{4C1829A3-54B7-4D17-B63F-D6ABC09CFFD8}" srcOrd="0" destOrd="0" presId="urn:microsoft.com/office/officeart/2005/8/layout/hierarchy1"/>
    <dgm:cxn modelId="{0D9BFBCC-660D-41BA-9221-506D0DCEDED9}" type="presParOf" srcId="{730AEF25-A986-45AE-A5ED-FC72FA5EEB9D}" destId="{FA63569A-A2ED-4B55-8AAD-7C9F16A44E6A}" srcOrd="1" destOrd="0" presId="urn:microsoft.com/office/officeart/2005/8/layout/hierarchy1"/>
    <dgm:cxn modelId="{688AE459-5B77-4B3C-AF11-E689C58B8FD4}" type="presParOf" srcId="{CFFC5921-56A3-44B4-B774-E283AB6B188E}" destId="{FA13D7D9-2FC9-4EA0-8A8A-966B4A7890FD}" srcOrd="1" destOrd="0" presId="urn:microsoft.com/office/officeart/2005/8/layout/hierarchy1"/>
    <dgm:cxn modelId="{88957DA3-EA36-4558-8F12-BF3CF5ABE4B5}" type="presParOf" srcId="{591C31CC-DE79-40FD-8AFF-9A3EDEA68854}" destId="{BB372068-3380-4974-BB7B-D4325D20E6AE}" srcOrd="2" destOrd="0" presId="urn:microsoft.com/office/officeart/2005/8/layout/hierarchy1"/>
    <dgm:cxn modelId="{7E0C7876-8637-4DB5-AB73-3F2889B47990}" type="presParOf" srcId="{BB372068-3380-4974-BB7B-D4325D20E6AE}" destId="{2261CA71-8D57-4402-AF40-1569C175F0C4}" srcOrd="0" destOrd="0" presId="urn:microsoft.com/office/officeart/2005/8/layout/hierarchy1"/>
    <dgm:cxn modelId="{8EA619A6-05E8-4427-90A5-DAF22CEA4858}" type="presParOf" srcId="{2261CA71-8D57-4402-AF40-1569C175F0C4}" destId="{E9F4444E-6B57-459B-B294-6A2DEB2B7AB4}" srcOrd="0" destOrd="0" presId="urn:microsoft.com/office/officeart/2005/8/layout/hierarchy1"/>
    <dgm:cxn modelId="{6F3F1828-9269-4675-B41F-9C4291CE3F9F}" type="presParOf" srcId="{2261CA71-8D57-4402-AF40-1569C175F0C4}" destId="{9A53AC12-F934-4750-BA7E-9DFF603F1B84}" srcOrd="1" destOrd="0" presId="urn:microsoft.com/office/officeart/2005/8/layout/hierarchy1"/>
    <dgm:cxn modelId="{435DF4F7-14A7-45BC-961B-E6E856802B95}" type="presParOf" srcId="{BB372068-3380-4974-BB7B-D4325D20E6AE}" destId="{150DFAB9-6CF2-4FB1-AC03-6C6E49E3458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F36F33-FF30-446D-8009-9DC666ECADD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638A9CE-DA17-46A7-844C-6356A8D71FA4}">
      <dgm:prSet/>
      <dgm:spPr/>
      <dgm:t>
        <a:bodyPr/>
        <a:lstStyle/>
        <a:p>
          <a:r>
            <a:rPr lang="en-US"/>
            <a:t>sizeof(): C++</a:t>
          </a:r>
          <a:r>
            <a:rPr lang="ko-KR"/>
            <a:t>과 같이 자료형의 바이트 수 반환</a:t>
          </a:r>
          <a:endParaRPr lang="en-US"/>
        </a:p>
      </dgm:t>
    </dgm:pt>
    <dgm:pt modelId="{E17101EB-1E58-4FAB-9AF0-CFF2E03D658E}" type="parTrans" cxnId="{B40A89ED-CAB9-4752-813B-1EF244557502}">
      <dgm:prSet/>
      <dgm:spPr/>
      <dgm:t>
        <a:bodyPr/>
        <a:lstStyle/>
        <a:p>
          <a:endParaRPr lang="en-US"/>
        </a:p>
      </dgm:t>
    </dgm:pt>
    <dgm:pt modelId="{A04BD187-6853-4CBF-ACEB-83600077C7B2}" type="sibTrans" cxnId="{B40A89ED-CAB9-4752-813B-1EF244557502}">
      <dgm:prSet/>
      <dgm:spPr/>
      <dgm:t>
        <a:bodyPr/>
        <a:lstStyle/>
        <a:p>
          <a:endParaRPr lang="en-US"/>
        </a:p>
      </dgm:t>
    </dgm:pt>
    <dgm:pt modelId="{2E79DBB9-A413-468C-851C-079CA78AC58F}">
      <dgm:prSet/>
      <dgm:spPr/>
      <dgm:t>
        <a:bodyPr/>
        <a:lstStyle/>
        <a:p>
          <a:r>
            <a:rPr lang="en-US"/>
            <a:t>is: </a:t>
          </a:r>
          <a:r>
            <a:rPr lang="ko-KR"/>
            <a:t>자료형의 형 변환 여부 반환</a:t>
          </a:r>
          <a:r>
            <a:rPr lang="en-US"/>
            <a:t>; </a:t>
          </a:r>
          <a:r>
            <a:rPr lang="ko-KR"/>
            <a:t>예</a:t>
          </a:r>
          <a:r>
            <a:rPr lang="en-US"/>
            <a:t>) int i = 10; i is object; // true</a:t>
          </a:r>
        </a:p>
      </dgm:t>
    </dgm:pt>
    <dgm:pt modelId="{9E7BCE47-75C8-4BE9-B7FA-E0C8698B4157}" type="parTrans" cxnId="{41AED57D-A9E1-48E7-A707-AFAE9B80B010}">
      <dgm:prSet/>
      <dgm:spPr/>
      <dgm:t>
        <a:bodyPr/>
        <a:lstStyle/>
        <a:p>
          <a:endParaRPr lang="en-US"/>
        </a:p>
      </dgm:t>
    </dgm:pt>
    <dgm:pt modelId="{677AF277-D982-439E-AC33-50A25FE9D4EC}" type="sibTrans" cxnId="{41AED57D-A9E1-48E7-A707-AFAE9B80B010}">
      <dgm:prSet/>
      <dgm:spPr/>
      <dgm:t>
        <a:bodyPr/>
        <a:lstStyle/>
        <a:p>
          <a:endParaRPr lang="en-US"/>
        </a:p>
      </dgm:t>
    </dgm:pt>
    <dgm:pt modelId="{4178AAB3-50C2-4810-94E9-04045A20F3EA}">
      <dgm:prSet/>
      <dgm:spPr/>
      <dgm:t>
        <a:bodyPr/>
        <a:lstStyle/>
        <a:p>
          <a:r>
            <a:rPr lang="en-US"/>
            <a:t>as: </a:t>
          </a:r>
          <a:r>
            <a:rPr lang="ko-KR"/>
            <a:t>형 변환을 더 세련되게</a:t>
          </a:r>
          <a:r>
            <a:rPr lang="en-US"/>
            <a:t>; </a:t>
          </a:r>
          <a:r>
            <a:rPr lang="ko-KR"/>
            <a:t>예</a:t>
          </a:r>
          <a:r>
            <a:rPr lang="en-US"/>
            <a:t>) object obj = i as object;</a:t>
          </a:r>
        </a:p>
      </dgm:t>
    </dgm:pt>
    <dgm:pt modelId="{A0986AFC-0425-4200-9B83-21EDC681F890}" type="parTrans" cxnId="{CD41B4C3-59B8-496B-A2C7-7781AB89B72E}">
      <dgm:prSet/>
      <dgm:spPr/>
      <dgm:t>
        <a:bodyPr/>
        <a:lstStyle/>
        <a:p>
          <a:endParaRPr lang="en-US"/>
        </a:p>
      </dgm:t>
    </dgm:pt>
    <dgm:pt modelId="{32535501-5050-4BB2-AFCE-AFB844C36AAE}" type="sibTrans" cxnId="{CD41B4C3-59B8-496B-A2C7-7781AB89B72E}">
      <dgm:prSet/>
      <dgm:spPr/>
      <dgm:t>
        <a:bodyPr/>
        <a:lstStyle/>
        <a:p>
          <a:endParaRPr lang="en-US"/>
        </a:p>
      </dgm:t>
    </dgm:pt>
    <dgm:pt modelId="{ECA35763-24E5-4509-919C-9043B9747691}">
      <dgm:prSet/>
      <dgm:spPr/>
      <dgm:t>
        <a:bodyPr/>
        <a:lstStyle/>
        <a:p>
          <a:r>
            <a:rPr lang="en-US"/>
            <a:t>default(): </a:t>
          </a:r>
          <a:r>
            <a:rPr lang="ko-KR"/>
            <a:t>자료형의 디폴트값 반환 </a:t>
          </a:r>
          <a:endParaRPr lang="en-US"/>
        </a:p>
      </dgm:t>
    </dgm:pt>
    <dgm:pt modelId="{A6A08C6E-BA4F-4B58-B28F-F6DA997432F1}" type="parTrans" cxnId="{11DDFC57-4D55-418B-804F-C80FC99CD91C}">
      <dgm:prSet/>
      <dgm:spPr/>
      <dgm:t>
        <a:bodyPr/>
        <a:lstStyle/>
        <a:p>
          <a:endParaRPr lang="en-US"/>
        </a:p>
      </dgm:t>
    </dgm:pt>
    <dgm:pt modelId="{2B2A90C5-4958-41DC-B321-CB0E35966C88}" type="sibTrans" cxnId="{11DDFC57-4D55-418B-804F-C80FC99CD91C}">
      <dgm:prSet/>
      <dgm:spPr/>
      <dgm:t>
        <a:bodyPr/>
        <a:lstStyle/>
        <a:p>
          <a:endParaRPr lang="en-US"/>
        </a:p>
      </dgm:t>
    </dgm:pt>
    <dgm:pt modelId="{A06ACAE2-B406-4FB0-B836-7DD1C57A3FE6}" type="pres">
      <dgm:prSet presAssocID="{F3F36F33-FF30-446D-8009-9DC666ECADDE}" presName="linear" presStyleCnt="0">
        <dgm:presLayoutVars>
          <dgm:animLvl val="lvl"/>
          <dgm:resizeHandles val="exact"/>
        </dgm:presLayoutVars>
      </dgm:prSet>
      <dgm:spPr/>
    </dgm:pt>
    <dgm:pt modelId="{8836E709-571F-411F-A9E2-C1E48F27CD63}" type="pres">
      <dgm:prSet presAssocID="{1638A9CE-DA17-46A7-844C-6356A8D71F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41F6E0-16D0-4725-AEEB-8F2206EB7633}" type="pres">
      <dgm:prSet presAssocID="{A04BD187-6853-4CBF-ACEB-83600077C7B2}" presName="spacer" presStyleCnt="0"/>
      <dgm:spPr/>
    </dgm:pt>
    <dgm:pt modelId="{C97B2FF5-DD8E-45E2-BEAD-CE181DF2203D}" type="pres">
      <dgm:prSet presAssocID="{2E79DBB9-A413-468C-851C-079CA78AC5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684452C-2B1E-46CB-9DE5-38C0BD3900D6}" type="pres">
      <dgm:prSet presAssocID="{677AF277-D982-439E-AC33-50A25FE9D4EC}" presName="spacer" presStyleCnt="0"/>
      <dgm:spPr/>
    </dgm:pt>
    <dgm:pt modelId="{2B03FA3E-965E-49D7-8830-1D92B487E501}" type="pres">
      <dgm:prSet presAssocID="{4178AAB3-50C2-4810-94E9-04045A20F3E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0B31E7-6C9C-4407-B5A3-659CDC48DD07}" type="pres">
      <dgm:prSet presAssocID="{32535501-5050-4BB2-AFCE-AFB844C36AAE}" presName="spacer" presStyleCnt="0"/>
      <dgm:spPr/>
    </dgm:pt>
    <dgm:pt modelId="{36668694-BD0F-4ACB-9B1C-330C28227C93}" type="pres">
      <dgm:prSet presAssocID="{ECA35763-24E5-4509-919C-9043B974769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76F9317-16E8-45C6-BE1B-0B71C8714F5D}" type="presOf" srcId="{F3F36F33-FF30-446D-8009-9DC666ECADDE}" destId="{A06ACAE2-B406-4FB0-B836-7DD1C57A3FE6}" srcOrd="0" destOrd="0" presId="urn:microsoft.com/office/officeart/2005/8/layout/vList2"/>
    <dgm:cxn modelId="{1211694C-7BEB-457A-91CF-E3DC9A474E7C}" type="presOf" srcId="{4178AAB3-50C2-4810-94E9-04045A20F3EA}" destId="{2B03FA3E-965E-49D7-8830-1D92B487E501}" srcOrd="0" destOrd="0" presId="urn:microsoft.com/office/officeart/2005/8/layout/vList2"/>
    <dgm:cxn modelId="{11DDFC57-4D55-418B-804F-C80FC99CD91C}" srcId="{F3F36F33-FF30-446D-8009-9DC666ECADDE}" destId="{ECA35763-24E5-4509-919C-9043B9747691}" srcOrd="3" destOrd="0" parTransId="{A6A08C6E-BA4F-4B58-B28F-F6DA997432F1}" sibTransId="{2B2A90C5-4958-41DC-B321-CB0E35966C88}"/>
    <dgm:cxn modelId="{41AED57D-A9E1-48E7-A707-AFAE9B80B010}" srcId="{F3F36F33-FF30-446D-8009-9DC666ECADDE}" destId="{2E79DBB9-A413-468C-851C-079CA78AC58F}" srcOrd="1" destOrd="0" parTransId="{9E7BCE47-75C8-4BE9-B7FA-E0C8698B4157}" sibTransId="{677AF277-D982-439E-AC33-50A25FE9D4EC}"/>
    <dgm:cxn modelId="{4FCED1A2-B435-4F19-8C72-860A328F5F1A}" type="presOf" srcId="{1638A9CE-DA17-46A7-844C-6356A8D71FA4}" destId="{8836E709-571F-411F-A9E2-C1E48F27CD63}" srcOrd="0" destOrd="0" presId="urn:microsoft.com/office/officeart/2005/8/layout/vList2"/>
    <dgm:cxn modelId="{CD41B4C3-59B8-496B-A2C7-7781AB89B72E}" srcId="{F3F36F33-FF30-446D-8009-9DC666ECADDE}" destId="{4178AAB3-50C2-4810-94E9-04045A20F3EA}" srcOrd="2" destOrd="0" parTransId="{A0986AFC-0425-4200-9B83-21EDC681F890}" sibTransId="{32535501-5050-4BB2-AFCE-AFB844C36AAE}"/>
    <dgm:cxn modelId="{DDC93CC4-4299-446D-AEB1-4F883C06D3B6}" type="presOf" srcId="{2E79DBB9-A413-468C-851C-079CA78AC58F}" destId="{C97B2FF5-DD8E-45E2-BEAD-CE181DF2203D}" srcOrd="0" destOrd="0" presId="urn:microsoft.com/office/officeart/2005/8/layout/vList2"/>
    <dgm:cxn modelId="{3A2EE8D0-B83B-45AB-BBEC-FE5B4DFC06AA}" type="presOf" srcId="{ECA35763-24E5-4509-919C-9043B9747691}" destId="{36668694-BD0F-4ACB-9B1C-330C28227C93}" srcOrd="0" destOrd="0" presId="urn:microsoft.com/office/officeart/2005/8/layout/vList2"/>
    <dgm:cxn modelId="{B40A89ED-CAB9-4752-813B-1EF244557502}" srcId="{F3F36F33-FF30-446D-8009-9DC666ECADDE}" destId="{1638A9CE-DA17-46A7-844C-6356A8D71FA4}" srcOrd="0" destOrd="0" parTransId="{E17101EB-1E58-4FAB-9AF0-CFF2E03D658E}" sibTransId="{A04BD187-6853-4CBF-ACEB-83600077C7B2}"/>
    <dgm:cxn modelId="{FFD9EBEF-157D-4693-AA0C-E0F14314F2E9}" type="presParOf" srcId="{A06ACAE2-B406-4FB0-B836-7DD1C57A3FE6}" destId="{8836E709-571F-411F-A9E2-C1E48F27CD63}" srcOrd="0" destOrd="0" presId="urn:microsoft.com/office/officeart/2005/8/layout/vList2"/>
    <dgm:cxn modelId="{0D53D42E-485A-4D3D-8029-074261D2270E}" type="presParOf" srcId="{A06ACAE2-B406-4FB0-B836-7DD1C57A3FE6}" destId="{EA41F6E0-16D0-4725-AEEB-8F2206EB7633}" srcOrd="1" destOrd="0" presId="urn:microsoft.com/office/officeart/2005/8/layout/vList2"/>
    <dgm:cxn modelId="{5DC80F71-164E-4347-9EDA-C0F80D7057FE}" type="presParOf" srcId="{A06ACAE2-B406-4FB0-B836-7DD1C57A3FE6}" destId="{C97B2FF5-DD8E-45E2-BEAD-CE181DF2203D}" srcOrd="2" destOrd="0" presId="urn:microsoft.com/office/officeart/2005/8/layout/vList2"/>
    <dgm:cxn modelId="{5214DB1A-8AA9-4ABE-86E8-715AA4D9989D}" type="presParOf" srcId="{A06ACAE2-B406-4FB0-B836-7DD1C57A3FE6}" destId="{0684452C-2B1E-46CB-9DE5-38C0BD3900D6}" srcOrd="3" destOrd="0" presId="urn:microsoft.com/office/officeart/2005/8/layout/vList2"/>
    <dgm:cxn modelId="{8FA41228-1E14-4CB4-B0C1-0DEA67170BCB}" type="presParOf" srcId="{A06ACAE2-B406-4FB0-B836-7DD1C57A3FE6}" destId="{2B03FA3E-965E-49D7-8830-1D92B487E501}" srcOrd="4" destOrd="0" presId="urn:microsoft.com/office/officeart/2005/8/layout/vList2"/>
    <dgm:cxn modelId="{64867869-F790-4CF7-95A9-9B70E5D2A8EE}" type="presParOf" srcId="{A06ACAE2-B406-4FB0-B836-7DD1C57A3FE6}" destId="{C10B31E7-6C9C-4407-B5A3-659CDC48DD07}" srcOrd="5" destOrd="0" presId="urn:microsoft.com/office/officeart/2005/8/layout/vList2"/>
    <dgm:cxn modelId="{AFE03E7D-2314-4278-AEDA-0646023CA94A}" type="presParOf" srcId="{A06ACAE2-B406-4FB0-B836-7DD1C57A3FE6}" destId="{36668694-BD0F-4ACB-9B1C-330C28227C9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47CA1-1DE7-4AD1-9D28-846CFE22F5A0}">
      <dsp:nvSpPr>
        <dsp:cNvPr id="0" name=""/>
        <dsp:cNvSpPr/>
      </dsp:nvSpPr>
      <dsp:spPr>
        <a:xfrm>
          <a:off x="0" y="287166"/>
          <a:ext cx="6666833" cy="117237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 </a:t>
          </a:r>
          <a:r>
            <a:rPr lang="en-US" sz="2200" kern="1200">
              <a:sym typeface="Wingdings" panose="05000000000000000000" pitchFamily="2" charset="2"/>
            </a:rPr>
            <a:t></a:t>
          </a:r>
          <a:r>
            <a:rPr lang="en-US" sz="2200" kern="1200"/>
            <a:t> C++ </a:t>
          </a:r>
          <a:r>
            <a:rPr lang="en-US" sz="2200" kern="1200">
              <a:sym typeface="Wingdings" panose="05000000000000000000" pitchFamily="2" charset="2"/>
            </a:rPr>
            <a:t></a:t>
          </a:r>
          <a:r>
            <a:rPr lang="en-US" sz="2200" kern="1200"/>
            <a:t> Java </a:t>
          </a:r>
          <a:r>
            <a:rPr lang="en-US" sz="2200" kern="1200">
              <a:sym typeface="Wingdings" panose="05000000000000000000" pitchFamily="2" charset="2"/>
            </a:rPr>
            <a:t></a:t>
          </a:r>
          <a:r>
            <a:rPr lang="en-US" sz="2200" kern="1200"/>
            <a:t> C#</a:t>
          </a:r>
        </a:p>
      </dsp:txBody>
      <dsp:txXfrm>
        <a:off x="57231" y="344397"/>
        <a:ext cx="6552371" cy="1057914"/>
      </dsp:txXfrm>
    </dsp:sp>
    <dsp:sp modelId="{67C20225-C3B9-4052-8925-F1B032F2D3DB}">
      <dsp:nvSpPr>
        <dsp:cNvPr id="0" name=""/>
        <dsp:cNvSpPr/>
      </dsp:nvSpPr>
      <dsp:spPr>
        <a:xfrm>
          <a:off x="0" y="1522903"/>
          <a:ext cx="6666833" cy="1172376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C++(</a:t>
          </a:r>
          <a:r>
            <a:rPr lang="ko-KR" sz="2200" kern="1200"/>
            <a:t>클래스 사용</a:t>
          </a:r>
          <a:r>
            <a:rPr lang="en-US" sz="2200" kern="1200"/>
            <a:t>)</a:t>
          </a:r>
        </a:p>
      </dsp:txBody>
      <dsp:txXfrm>
        <a:off x="57231" y="1580134"/>
        <a:ext cx="6552371" cy="1057914"/>
      </dsp:txXfrm>
    </dsp:sp>
    <dsp:sp modelId="{E853503F-C0C1-4161-A036-16A4EC109E7E}">
      <dsp:nvSpPr>
        <dsp:cNvPr id="0" name=""/>
        <dsp:cNvSpPr/>
      </dsp:nvSpPr>
      <dsp:spPr>
        <a:xfrm>
          <a:off x="0" y="2758640"/>
          <a:ext cx="6666833" cy="1172376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/>
            <a:t>자바</a:t>
          </a:r>
          <a:r>
            <a:rPr lang="en-US" sz="2200" kern="1200"/>
            <a:t>(Java: </a:t>
          </a:r>
          <a:r>
            <a:rPr lang="ko-KR" sz="2200" kern="1200"/>
            <a:t>장치 독립적 프로그래밍</a:t>
          </a:r>
          <a:r>
            <a:rPr lang="en-US" sz="2200" kern="1200"/>
            <a:t>, </a:t>
          </a:r>
          <a:r>
            <a:rPr lang="ko-KR" sz="2200" kern="1200"/>
            <a:t>가상 머신 도입</a:t>
          </a:r>
          <a:r>
            <a:rPr lang="en-US" sz="2200" kern="1200"/>
            <a:t>)</a:t>
          </a:r>
        </a:p>
      </dsp:txBody>
      <dsp:txXfrm>
        <a:off x="57231" y="2815871"/>
        <a:ext cx="6552371" cy="1057914"/>
      </dsp:txXfrm>
    </dsp:sp>
    <dsp:sp modelId="{191D88DA-3B41-4450-A6A4-D09897A490C0}">
      <dsp:nvSpPr>
        <dsp:cNvPr id="0" name=""/>
        <dsp:cNvSpPr/>
      </dsp:nvSpPr>
      <dsp:spPr>
        <a:xfrm>
          <a:off x="0" y="3994376"/>
          <a:ext cx="6666833" cy="1172376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C#: C++</a:t>
          </a:r>
          <a:r>
            <a:rPr lang="ko-KR" sz="2200" kern="1200"/>
            <a:t>을 이으면서 자바의 장점을 도입함</a:t>
          </a:r>
          <a:r>
            <a:rPr lang="en-US" sz="2200" kern="1200"/>
            <a:t>; </a:t>
          </a:r>
          <a:r>
            <a:rPr lang="ko-KR" sz="2200" kern="1200"/>
            <a:t>대신 문법이 </a:t>
          </a:r>
          <a:r>
            <a:rPr lang="en-US" sz="2200" kern="1200"/>
            <a:t>C++</a:t>
          </a:r>
          <a:r>
            <a:rPr lang="ko-KR" sz="2200" kern="1200"/>
            <a:t>과 비슷하면서도 달라서 </a:t>
          </a:r>
          <a:r>
            <a:rPr lang="ko-KR" sz="2200" b="1" u="sng" kern="1200"/>
            <a:t>주의 필요</a:t>
          </a:r>
          <a:endParaRPr lang="en-US" sz="2200" kern="1200"/>
        </a:p>
      </dsp:txBody>
      <dsp:txXfrm>
        <a:off x="57231" y="4051607"/>
        <a:ext cx="6552371" cy="1057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42BFB7-67C4-4A28-A680-912D16D8F53E}">
      <dsp:nvSpPr>
        <dsp:cNvPr id="0" name=""/>
        <dsp:cNvSpPr/>
      </dsp:nvSpPr>
      <dsp:spPr>
        <a:xfrm>
          <a:off x="0" y="39920"/>
          <a:ext cx="6666833" cy="12916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/>
            <a:t>모든 자료형은 클래스로 구현</a:t>
          </a:r>
          <a:r>
            <a:rPr lang="en-US" sz="2400" kern="1200"/>
            <a:t>: value, reference</a:t>
          </a:r>
          <a:r>
            <a:rPr lang="ko-KR" sz="2400" kern="1200"/>
            <a:t>로 구분</a:t>
          </a:r>
          <a:endParaRPr lang="en-US" sz="2400" kern="1200"/>
        </a:p>
      </dsp:txBody>
      <dsp:txXfrm>
        <a:off x="63055" y="102975"/>
        <a:ext cx="6540723" cy="1165569"/>
      </dsp:txXfrm>
    </dsp:sp>
    <dsp:sp modelId="{1C3856E3-3A29-48B8-BA87-050B520D5597}">
      <dsp:nvSpPr>
        <dsp:cNvPr id="0" name=""/>
        <dsp:cNvSpPr/>
      </dsp:nvSpPr>
      <dsp:spPr>
        <a:xfrm>
          <a:off x="0" y="1400720"/>
          <a:ext cx="6666833" cy="1291679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C++</a:t>
          </a:r>
          <a:r>
            <a:rPr lang="ko-KR" sz="2400" kern="1200"/>
            <a:t>과 연계성을 위해 </a:t>
          </a:r>
          <a:r>
            <a:rPr lang="en-US" sz="2400" kern="1200"/>
            <a:t>alias(int, double </a:t>
          </a:r>
          <a:r>
            <a:rPr lang="ko-KR" sz="2400" kern="1200"/>
            <a:t>등</a:t>
          </a:r>
          <a:r>
            <a:rPr lang="en-US" sz="2400" kern="1200"/>
            <a:t>) </a:t>
          </a:r>
          <a:r>
            <a:rPr lang="ko-KR" sz="2400" kern="1200"/>
            <a:t>제공</a:t>
          </a:r>
          <a:endParaRPr lang="en-US" sz="2400" kern="1200"/>
        </a:p>
      </dsp:txBody>
      <dsp:txXfrm>
        <a:off x="63055" y="1463775"/>
        <a:ext cx="6540723" cy="1165569"/>
      </dsp:txXfrm>
    </dsp:sp>
    <dsp:sp modelId="{71BCA28F-CA32-46A3-9364-7FC2179E39F2}">
      <dsp:nvSpPr>
        <dsp:cNvPr id="0" name=""/>
        <dsp:cNvSpPr/>
      </dsp:nvSpPr>
      <dsp:spPr>
        <a:xfrm>
          <a:off x="0" y="2761520"/>
          <a:ext cx="6666833" cy="1291679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object </a:t>
          </a:r>
          <a:r>
            <a:rPr lang="ko-KR" sz="2400" kern="1200" dirty="0"/>
            <a:t>자료형</a:t>
          </a:r>
          <a:r>
            <a:rPr lang="en-US" sz="2400" kern="1200" dirty="0"/>
            <a:t>: reference; </a:t>
          </a:r>
          <a:r>
            <a:rPr lang="ko-KR" sz="2400" kern="1200" dirty="0"/>
            <a:t>모든 자료를 담는 객체 자료형</a:t>
          </a:r>
          <a:r>
            <a:rPr lang="en-US" altLang="ko-KR" sz="2400" kern="1200" dirty="0"/>
            <a:t>(boxing, unboxing)</a:t>
          </a:r>
          <a:endParaRPr lang="en-US" sz="2400" kern="1200" dirty="0"/>
        </a:p>
      </dsp:txBody>
      <dsp:txXfrm>
        <a:off x="63055" y="2824575"/>
        <a:ext cx="6540723" cy="1165569"/>
      </dsp:txXfrm>
    </dsp:sp>
    <dsp:sp modelId="{A845E23D-7440-4974-A2E3-AF50C31AF54F}">
      <dsp:nvSpPr>
        <dsp:cNvPr id="0" name=""/>
        <dsp:cNvSpPr/>
      </dsp:nvSpPr>
      <dsp:spPr>
        <a:xfrm>
          <a:off x="0" y="4122320"/>
          <a:ext cx="6666833" cy="129167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var </a:t>
          </a:r>
          <a:r>
            <a:rPr lang="ko-KR" sz="2400" kern="1200" dirty="0"/>
            <a:t>자료형</a:t>
          </a:r>
          <a:r>
            <a:rPr lang="en-US" sz="2400" kern="1200" dirty="0"/>
            <a:t>: </a:t>
          </a:r>
          <a:r>
            <a:rPr lang="ko-KR" sz="2400" kern="1200" dirty="0"/>
            <a:t>암시적 자료형</a:t>
          </a:r>
          <a:r>
            <a:rPr lang="en-US" sz="2400" kern="1200" dirty="0"/>
            <a:t>; </a:t>
          </a:r>
          <a:r>
            <a:rPr lang="ko-KR" sz="2400" kern="1200" dirty="0"/>
            <a:t>할당이 이루어져야 자료형이 결정</a:t>
          </a:r>
          <a:r>
            <a:rPr lang="en-US" altLang="ko-KR" sz="2400" kern="1200" dirty="0"/>
            <a:t>(</a:t>
          </a:r>
          <a:r>
            <a:rPr lang="en-US" altLang="ko-KR" sz="2400" kern="1200" dirty="0" err="1"/>
            <a:t>GetType</a:t>
          </a:r>
          <a:r>
            <a:rPr lang="en-US" altLang="ko-KR" sz="2400" kern="1200" dirty="0"/>
            <a:t>()</a:t>
          </a:r>
          <a:r>
            <a:rPr lang="ko-KR" altLang="en-US" sz="2400" kern="1200" dirty="0"/>
            <a:t>으로 형식 확인</a:t>
          </a:r>
          <a:r>
            <a:rPr lang="en-US" altLang="ko-KR" sz="2400" kern="1200" dirty="0"/>
            <a:t>)</a:t>
          </a:r>
          <a:endParaRPr lang="en-US" sz="2400" kern="1200" dirty="0"/>
        </a:p>
      </dsp:txBody>
      <dsp:txXfrm>
        <a:off x="63055" y="4185375"/>
        <a:ext cx="6540723" cy="11655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53D43-0EA3-48B2-AEF2-E910C770D71D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BFCAD-0294-4C5A-9563-2A84959006EF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/>
            <a:t>자료형에 </a:t>
          </a:r>
          <a:r>
            <a:rPr lang="en-US" sz="2200" kern="1200" dirty="0"/>
            <a:t>null</a:t>
          </a:r>
          <a:r>
            <a:rPr lang="ko-KR" sz="2200" kern="1200" dirty="0"/>
            <a:t>을 허락하면 </a:t>
          </a:r>
          <a:r>
            <a:rPr lang="en-US" sz="2200" kern="1200" dirty="0"/>
            <a:t>nullable: null</a:t>
          </a:r>
          <a:r>
            <a:rPr lang="ko-KR" sz="2200" kern="1200" dirty="0"/>
            <a:t>은 아무 값도 없음</a:t>
          </a:r>
          <a:endParaRPr lang="en-US" sz="2200" kern="1200" dirty="0"/>
        </a:p>
      </dsp:txBody>
      <dsp:txXfrm>
        <a:off x="398656" y="1088253"/>
        <a:ext cx="2959127" cy="1837317"/>
      </dsp:txXfrm>
    </dsp:sp>
    <dsp:sp modelId="{4C1829A3-54B7-4D17-B63F-D6ABC09CFFD8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3569A-A2ED-4B55-8AAD-7C9F16A44E6A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nullable:</a:t>
          </a:r>
          <a:r>
            <a:rPr lang="ko-KR" sz="2200" kern="1200" dirty="0"/>
            <a:t> 자료형</a:t>
          </a:r>
          <a:r>
            <a:rPr lang="en-US" sz="2200" kern="1200" dirty="0"/>
            <a:t>?</a:t>
          </a:r>
          <a:r>
            <a:rPr lang="ko-KR" sz="2200" kern="1200" dirty="0"/>
            <a:t>로 표기</a:t>
          </a:r>
          <a:r>
            <a:rPr lang="en-US" altLang="ko-KR" sz="2200" kern="1200" dirty="0"/>
            <a:t>; </a:t>
          </a:r>
          <a:r>
            <a:rPr lang="ko-KR" altLang="en-US" sz="2200" kern="1200" dirty="0"/>
            <a:t>예</a:t>
          </a:r>
          <a:r>
            <a:rPr lang="en-US" altLang="ko-KR" sz="2200" kern="1200" dirty="0"/>
            <a:t>) int? </a:t>
          </a:r>
          <a:r>
            <a:rPr lang="en-US" altLang="ko-KR" sz="2200" kern="1200" dirty="0" err="1"/>
            <a:t>i</a:t>
          </a:r>
          <a:r>
            <a:rPr lang="en-US" altLang="ko-KR" sz="2200" kern="1200" dirty="0"/>
            <a:t>;</a:t>
          </a:r>
          <a:endParaRPr lang="en-US" sz="2200" kern="1200" dirty="0"/>
        </a:p>
      </dsp:txBody>
      <dsp:txXfrm>
        <a:off x="4155097" y="1088253"/>
        <a:ext cx="2959127" cy="1837317"/>
      </dsp:txXfrm>
    </dsp:sp>
    <dsp:sp modelId="{E9F4444E-6B57-459B-B294-6A2DEB2B7AB4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3AC12-F934-4750-BA7E-9DFF603F1B84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null </a:t>
          </a:r>
          <a:r>
            <a:rPr lang="ko-KR" altLang="en-US" sz="2200" kern="1200" dirty="0"/>
            <a:t>병합 연산자</a:t>
          </a:r>
          <a:r>
            <a:rPr lang="en-US" altLang="ko-KR" sz="2200" kern="1200" dirty="0"/>
            <a:t>: </a:t>
          </a:r>
          <a:r>
            <a:rPr lang="ko-KR" altLang="en-US" sz="2200" kern="1200" dirty="0"/>
            <a:t>할당에서 </a:t>
          </a:r>
          <a:r>
            <a:rPr lang="en-US" altLang="ko-KR" sz="2200" kern="1200" dirty="0"/>
            <a:t>null </a:t>
          </a:r>
          <a:r>
            <a:rPr lang="ko-KR" altLang="en-US" sz="2200" kern="1200" dirty="0"/>
            <a:t>처리</a:t>
          </a:r>
          <a:r>
            <a:rPr lang="en-US" altLang="ko-KR" sz="2200" kern="1200" dirty="0"/>
            <a:t>; </a:t>
          </a:r>
          <a:r>
            <a:rPr lang="ko-KR" altLang="en-US" sz="2200" kern="1200" dirty="0"/>
            <a:t>예</a:t>
          </a:r>
          <a:r>
            <a:rPr lang="en-US" altLang="ko-KR" sz="2200" kern="1200" dirty="0"/>
            <a:t>) int j = </a:t>
          </a:r>
          <a:r>
            <a:rPr lang="en-US" altLang="ko-KR" sz="2200" kern="1200" dirty="0" err="1"/>
            <a:t>i</a:t>
          </a:r>
          <a:r>
            <a:rPr lang="en-US" altLang="ko-KR" sz="2200" kern="1200" dirty="0"/>
            <a:t> ?? 0;</a:t>
          </a:r>
          <a:endParaRPr lang="en-US" sz="2200" kern="1200" dirty="0"/>
        </a:p>
      </dsp:txBody>
      <dsp:txXfrm>
        <a:off x="7911539" y="1088253"/>
        <a:ext cx="2959127" cy="18373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6E709-571F-411F-A9E2-C1E48F27CD63}">
      <dsp:nvSpPr>
        <dsp:cNvPr id="0" name=""/>
        <dsp:cNvSpPr/>
      </dsp:nvSpPr>
      <dsp:spPr>
        <a:xfrm>
          <a:off x="0" y="65367"/>
          <a:ext cx="6666833" cy="127895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sizeof(): C++</a:t>
          </a:r>
          <a:r>
            <a:rPr lang="ko-KR" sz="2400" kern="1200"/>
            <a:t>과 같이 자료형의 바이트 수 반환</a:t>
          </a:r>
          <a:endParaRPr lang="en-US" sz="2400" kern="1200"/>
        </a:p>
      </dsp:txBody>
      <dsp:txXfrm>
        <a:off x="62433" y="127800"/>
        <a:ext cx="6541967" cy="1154090"/>
      </dsp:txXfrm>
    </dsp:sp>
    <dsp:sp modelId="{C97B2FF5-DD8E-45E2-BEAD-CE181DF2203D}">
      <dsp:nvSpPr>
        <dsp:cNvPr id="0" name=""/>
        <dsp:cNvSpPr/>
      </dsp:nvSpPr>
      <dsp:spPr>
        <a:xfrm>
          <a:off x="0" y="1413443"/>
          <a:ext cx="6666833" cy="1278956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is: </a:t>
          </a:r>
          <a:r>
            <a:rPr lang="ko-KR" sz="2400" kern="1200"/>
            <a:t>자료형의 형 변환 여부 반환</a:t>
          </a:r>
          <a:r>
            <a:rPr lang="en-US" sz="2400" kern="1200"/>
            <a:t>; </a:t>
          </a:r>
          <a:r>
            <a:rPr lang="ko-KR" sz="2400" kern="1200"/>
            <a:t>예</a:t>
          </a:r>
          <a:r>
            <a:rPr lang="en-US" sz="2400" kern="1200"/>
            <a:t>) int i = 10; i is object; // true</a:t>
          </a:r>
        </a:p>
      </dsp:txBody>
      <dsp:txXfrm>
        <a:off x="62433" y="1475876"/>
        <a:ext cx="6541967" cy="1154090"/>
      </dsp:txXfrm>
    </dsp:sp>
    <dsp:sp modelId="{2B03FA3E-965E-49D7-8830-1D92B487E501}">
      <dsp:nvSpPr>
        <dsp:cNvPr id="0" name=""/>
        <dsp:cNvSpPr/>
      </dsp:nvSpPr>
      <dsp:spPr>
        <a:xfrm>
          <a:off x="0" y="2761520"/>
          <a:ext cx="6666833" cy="1278956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as: </a:t>
          </a:r>
          <a:r>
            <a:rPr lang="ko-KR" sz="2400" kern="1200"/>
            <a:t>형 변환을 더 세련되게</a:t>
          </a:r>
          <a:r>
            <a:rPr lang="en-US" sz="2400" kern="1200"/>
            <a:t>; </a:t>
          </a:r>
          <a:r>
            <a:rPr lang="ko-KR" sz="2400" kern="1200"/>
            <a:t>예</a:t>
          </a:r>
          <a:r>
            <a:rPr lang="en-US" sz="2400" kern="1200"/>
            <a:t>) object obj = i as object;</a:t>
          </a:r>
        </a:p>
      </dsp:txBody>
      <dsp:txXfrm>
        <a:off x="62433" y="2823953"/>
        <a:ext cx="6541967" cy="1154090"/>
      </dsp:txXfrm>
    </dsp:sp>
    <dsp:sp modelId="{36668694-BD0F-4ACB-9B1C-330C28227C93}">
      <dsp:nvSpPr>
        <dsp:cNvPr id="0" name=""/>
        <dsp:cNvSpPr/>
      </dsp:nvSpPr>
      <dsp:spPr>
        <a:xfrm>
          <a:off x="0" y="4109596"/>
          <a:ext cx="6666833" cy="1278956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default(): </a:t>
          </a:r>
          <a:r>
            <a:rPr lang="ko-KR" sz="2400" kern="1200"/>
            <a:t>자료형의 디폴트값 반환 </a:t>
          </a:r>
          <a:endParaRPr lang="en-US" sz="2400" kern="1200"/>
        </a:p>
      </dsp:txBody>
      <dsp:txXfrm>
        <a:off x="62433" y="4172029"/>
        <a:ext cx="6541967" cy="1154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09623-A77B-C6BD-31B3-C4D5B995F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1418E1-A546-5F5E-2427-963154CCA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508F17-0D6E-4D2A-80C6-48FCB4BA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5BA1E7-AD35-E00B-A41A-C480EF07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4D089-2064-0876-7D8A-AFA77AA7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87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81E48-7A61-8F06-176F-38E7B33D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0B04C5-5337-331A-3BF1-4F37522F0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AB627-FDCA-02C6-8AD0-12628064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6247C3-FE04-CF4D-59F5-92436D51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F513FD-FD87-E946-7B5A-AB113CDC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273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9D04E-C1CE-9C69-99BB-AA9DFB776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809F20-1619-EAB2-507B-88DC3B642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370A64-D908-0537-0D17-AAFE9577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7264A7-F6A6-FBD5-D74D-815D4AB7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6A7E31-62BC-508C-EC64-B27A5379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20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FCAF3-44BD-434A-2063-42A5BD84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CDBB1B-D27C-28A0-2B74-92F83DF85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C97D81-F1DA-EDA6-7D32-89A02E8EA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E306ED-1244-0652-300B-EE77B1409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FD77A4-F34C-FA3D-979E-23632B2F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61486F-E601-9AA3-4AD4-4DB4CE45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329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C4334-29E1-0C0D-BE72-BDB5C6903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91AD78-ED15-41ED-7890-728140901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8273E9-6939-18A5-9A1F-9CC64C961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61C0C0-7A19-4BD7-17BA-38F2CA210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3BC86A-E02C-9853-F9C0-749C0B49B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403DE8-FF4A-12C6-977C-7234B830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753B1C-F528-9017-1D21-0D0AD5799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B7BFF2-7785-0492-76B1-96B49E95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409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B7FE6-AAE3-4F9E-FDFF-B632BC37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391E6F-8FFC-DC5C-BBDD-5FE6F10F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297C49-5621-C8C9-F056-101081355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3F064C-6E0A-4DB3-659E-A4FE5C43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08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195DBA-4932-A78B-705B-B721BAC2B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708324-D0BC-ECAE-FC13-ED1BE8F4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ABEC1-8ABD-6A52-EB63-5397E0CD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92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244F1-D24B-2E40-F570-BF589D00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321E59-8D73-4160-67A9-0DA0A7724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DB17BE-910B-7BE2-E0EB-230A001AF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BBE111-D0A9-D12C-D3A5-978B8969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8D9D79-7890-DC28-8DAE-47D07885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DF431C-27F1-480B-2E70-800AF1A5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10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A1BBD-92FE-C0C6-04FB-35E19A502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4278DC-F98D-0259-F5B6-E4377D957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14FE72-17F3-3356-A53D-5F57D7FE0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372D3B-D0FD-0BDA-5974-2BC48DB2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04F98C-A69F-7D06-5E36-DB3B60C7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0AECB2-C385-BB20-CA05-F3AA6A8E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42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D67E2-A90B-E8EE-C3AE-964BA20F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7C87BB-76BE-81C6-BA11-6007C6914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2448C2-ABE7-E398-EAF1-F99CCF9A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FC0F4-EB09-D52F-8D92-6AA2DF1B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4A7456-6C12-8909-94D7-E4A46AE3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97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27FF45-78BC-6F81-BA24-FEFE9049E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9A32C2-A4F2-2CF5-01D4-F5FE26DC1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66D120-F6E8-AB5C-322D-F8F98E34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3DA309-519B-E4D7-5777-341C2A27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285E6E-ACA7-3497-ED55-FE13A07C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99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56D179-DC52-99BF-2A05-9BF2F57A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9497A5-AB92-1971-4E3D-28F27D609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CF8D5-63B1-793C-ADE0-13F8271F4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06649-8C48-4DEB-9F5F-3AE3C52C94A0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676355-08AA-1CFC-7CDD-249090DB5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565A72-AEAC-389C-5F80-365DD57F4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E10C9C-D942-468B-BA41-2FE4CD005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763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B07AF0-7C8D-3EB4-E41F-0B12E771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ko-KR" sz="4000">
                <a:solidFill>
                  <a:srgbClr val="FFFFFF"/>
                </a:solidFill>
              </a:rPr>
              <a:t>C</a:t>
            </a:r>
            <a:r>
              <a:rPr lang="ko-KR" altLang="en-US" sz="4000">
                <a:solidFill>
                  <a:srgbClr val="FFFFFF"/>
                </a:solidFill>
              </a:rPr>
              <a:t>의 역사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B3400-6465-C545-8F98-F7998AB40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altLang="ko-KR" sz="2000"/>
              <a:t>ALGOL </a:t>
            </a:r>
            <a:r>
              <a:rPr lang="en-US" altLang="ko-KR" sz="2000">
                <a:sym typeface="Wingdings" panose="05000000000000000000" pitchFamily="2" charset="2"/>
              </a:rPr>
              <a:t> CPL</a:t>
            </a:r>
            <a:r>
              <a:rPr lang="ko-KR" altLang="en-US" sz="2000">
                <a:sym typeface="Wingdings" panose="05000000000000000000" pitchFamily="2" charset="2"/>
              </a:rPr>
              <a:t> </a:t>
            </a:r>
            <a:r>
              <a:rPr lang="en-US" altLang="ko-KR" sz="2000">
                <a:sym typeface="Wingdings" panose="05000000000000000000" pitchFamily="2" charset="2"/>
              </a:rPr>
              <a:t></a:t>
            </a:r>
            <a:r>
              <a:rPr lang="ko-KR" altLang="en-US" sz="2000">
                <a:sym typeface="Wingdings" panose="05000000000000000000" pitchFamily="2" charset="2"/>
              </a:rPr>
              <a:t> </a:t>
            </a:r>
            <a:r>
              <a:rPr lang="en-US" altLang="ko-KR" sz="2000">
                <a:sym typeface="Wingdings" panose="05000000000000000000" pitchFamily="2" charset="2"/>
              </a:rPr>
              <a:t>BCPL  B  C</a:t>
            </a:r>
          </a:p>
          <a:p>
            <a:r>
              <a:rPr lang="ko-KR" altLang="en-US" sz="2000"/>
              <a:t>기계어</a:t>
            </a:r>
            <a:r>
              <a:rPr lang="en-US" altLang="ko-KR" sz="2000"/>
              <a:t>(machine code: </a:t>
            </a:r>
            <a:r>
              <a:rPr lang="ko-KR" altLang="en-US" sz="2000"/>
              <a:t>이진수</a:t>
            </a:r>
            <a:r>
              <a:rPr lang="en-US" altLang="ko-KR" sz="2000"/>
              <a:t>)</a:t>
            </a:r>
          </a:p>
          <a:p>
            <a:r>
              <a:rPr lang="ko-KR" altLang="en-US" sz="2000"/>
              <a:t>어셈블리</a:t>
            </a:r>
            <a:r>
              <a:rPr lang="en-US" altLang="ko-KR" sz="2000"/>
              <a:t>(assembly: </a:t>
            </a:r>
            <a:r>
              <a:rPr lang="ko-KR" altLang="en-US" sz="2000"/>
              <a:t>니모닉</a:t>
            </a:r>
            <a:r>
              <a:rPr lang="en-US" altLang="ko-KR" sz="2000"/>
              <a:t>)</a:t>
            </a:r>
          </a:p>
          <a:p>
            <a:r>
              <a:rPr lang="ko-KR" altLang="en-US" sz="2000"/>
              <a:t>포트란</a:t>
            </a:r>
            <a:r>
              <a:rPr lang="en-US" altLang="ko-KR" sz="2000"/>
              <a:t>(Fortran: </a:t>
            </a:r>
            <a:r>
              <a:rPr lang="ko-KR" altLang="en-US" sz="2000"/>
              <a:t>수학 연산자 사용</a:t>
            </a:r>
            <a:r>
              <a:rPr lang="en-US" altLang="ko-KR" sz="2000"/>
              <a:t>, </a:t>
            </a:r>
            <a:r>
              <a:rPr lang="ko-KR" altLang="en-US" sz="2000"/>
              <a:t>서브루틴</a:t>
            </a:r>
            <a:r>
              <a:rPr lang="en-US" altLang="ko-KR" sz="2000"/>
              <a:t>, </a:t>
            </a:r>
            <a:r>
              <a:rPr lang="ko-KR" altLang="en-US" sz="2000"/>
              <a:t>구조적 프로그래밍</a:t>
            </a:r>
            <a:r>
              <a:rPr lang="en-US" altLang="ko-KR" sz="2000"/>
              <a:t>)</a:t>
            </a:r>
          </a:p>
          <a:p>
            <a:r>
              <a:rPr lang="ko-KR" altLang="en-US" sz="2000"/>
              <a:t>알골</a:t>
            </a:r>
            <a:r>
              <a:rPr lang="en-US" altLang="ko-KR" sz="2000"/>
              <a:t>(ALGOL, algorithmic language: </a:t>
            </a:r>
            <a:r>
              <a:rPr lang="ko-KR" altLang="en-US" sz="2000"/>
              <a:t>코드 블록 도입</a:t>
            </a:r>
            <a:r>
              <a:rPr lang="en-US" altLang="ko-KR" sz="2000"/>
              <a:t>, </a:t>
            </a:r>
            <a:r>
              <a:rPr lang="ko-KR" altLang="en-US" sz="2000"/>
              <a:t>영어식 표현</a:t>
            </a:r>
            <a:r>
              <a:rPr lang="en-US" altLang="ko-KR" sz="2000"/>
              <a:t>)</a:t>
            </a:r>
          </a:p>
          <a:p>
            <a:r>
              <a:rPr lang="en-US" altLang="ko-KR" sz="2000"/>
              <a:t>BCPL(Basic Combined Programming Language: </a:t>
            </a:r>
            <a:r>
              <a:rPr lang="ko-KR" altLang="en-US" sz="2000"/>
              <a:t>코드 블록에 괄호 사용</a:t>
            </a:r>
            <a:r>
              <a:rPr lang="en-US" altLang="ko-KR" sz="2000"/>
              <a:t>, </a:t>
            </a:r>
            <a:r>
              <a:rPr lang="ko-KR" altLang="en-US" sz="2000"/>
              <a:t>그외 다양한 기호 사용</a:t>
            </a:r>
            <a:r>
              <a:rPr lang="en-US" altLang="ko-KR" sz="2000"/>
              <a:t>)</a:t>
            </a:r>
          </a:p>
          <a:p>
            <a:r>
              <a:rPr lang="en-US" altLang="ko-KR" sz="2000"/>
              <a:t>B</a:t>
            </a:r>
          </a:p>
          <a:p>
            <a:r>
              <a:rPr lang="en-US" altLang="ko-KR" sz="2000"/>
              <a:t>C(</a:t>
            </a:r>
            <a:r>
              <a:rPr lang="ko-KR" altLang="en-US" sz="2000"/>
              <a:t>혁명적 프로그래밍 언어</a:t>
            </a:r>
            <a:r>
              <a:rPr lang="en-US" altLang="ko-KR" sz="2000"/>
              <a:t>)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8661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5E1183-C77A-71C1-8D31-EA179AC0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altLang="ko-KR" sz="4000">
                <a:solidFill>
                  <a:srgbClr val="FFFFFF"/>
                </a:solidFill>
              </a:rPr>
              <a:t>C#</a:t>
            </a:r>
            <a:r>
              <a:rPr lang="ko-KR" altLang="en-US" sz="4000">
                <a:solidFill>
                  <a:srgbClr val="FFFFFF"/>
                </a:solidFill>
              </a:rPr>
              <a:t>의 역사</a:t>
            </a: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485D5F8B-706E-3646-854B-429197A699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75590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965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1A0A9671-5B92-26A2-799A-51ADF0E3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202174" cy="1519356"/>
            <a:chOff x="0" y="-29768"/>
            <a:chExt cx="12202174" cy="1519356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71CC6B4C-401C-575A-AE8E-2739C2374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ADEFFA9F-9B89-18D4-F35B-F234DBA67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A7AAAC44-71DE-C03C-8778-4B46866A1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4C012C1E-FE60-F484-B0C0-44DA610C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5614"/>
            <a:ext cx="6869906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C# </a:t>
            </a:r>
            <a:r>
              <a:rPr lang="ko-KR" alt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실행 과정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C760EC-90AF-061E-556B-29928A7BD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6299" y="676120"/>
            <a:ext cx="10439401" cy="391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23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Flowchart: Document 205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56643E-9B54-9DE8-36F9-4A6731F9B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.NET Framework</a:t>
            </a:r>
          </a:p>
        </p:txBody>
      </p:sp>
      <p:pic>
        <p:nvPicPr>
          <p:cNvPr id="2050" name="Picture 2" descr="Introducing .NET 5 - .NET Blog">
            <a:extLst>
              <a:ext uri="{FF2B5EF4-FFF2-40B4-BE49-F238E27FC236}">
                <a16:creationId xmlns:a16="http://schemas.microsoft.com/office/drawing/2014/main" id="{F4A32360-D079-12B1-75E4-E8408F029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2708" y="1829341"/>
            <a:ext cx="8966274" cy="477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96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54FBFF-E1B9-4699-AFFB-9E1897A7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.NET Framework Architecture</a:t>
            </a:r>
          </a:p>
        </p:txBody>
      </p:sp>
      <p:pic>
        <p:nvPicPr>
          <p:cNvPr id="3074" name="Picture 2" descr="An Introduction to .NET Framework">
            <a:extLst>
              <a:ext uri="{FF2B5EF4-FFF2-40B4-BE49-F238E27FC236}">
                <a16:creationId xmlns:a16="http://schemas.microsoft.com/office/drawing/2014/main" id="{0F55A61F-B781-9416-92B8-92E2CD0592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" t="20712" r="2504" b="4533"/>
          <a:stretch>
            <a:fillRect/>
          </a:stretch>
        </p:blipFill>
        <p:spPr bwMode="auto">
          <a:xfrm>
            <a:off x="4038600" y="1484180"/>
            <a:ext cx="7188199" cy="38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053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476571-DD3F-4CAA-F1F1-559BB383A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C# and .NET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F75DFB2-17B8-EE6A-89D9-F6E47F290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26517" y="0"/>
            <a:ext cx="5936783" cy="678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207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E064F2-F162-F261-B341-BFFA34AE5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altLang="ko-KR" sz="4000">
                <a:solidFill>
                  <a:srgbClr val="FFFFFF"/>
                </a:solidFill>
              </a:rPr>
              <a:t>C# </a:t>
            </a:r>
            <a:r>
              <a:rPr lang="ko-KR" altLang="en-US" sz="4000">
                <a:solidFill>
                  <a:srgbClr val="FFFFFF"/>
                </a:solidFill>
              </a:rPr>
              <a:t>자료형</a:t>
            </a: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15477381-4BBB-6309-0E36-5F0606FF1A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37365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0931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671B5D-F97F-172E-CECF-79D16FFEA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구조체</a:t>
            </a:r>
            <a:r>
              <a:rPr lang="en-US" altLang="ko-KR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struct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367841-4B34-F1EF-8DE3-469788B1B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latinLnBrk="0">
              <a:buNone/>
            </a:pPr>
            <a:r>
              <a:rPr lang="en-US" altLang="ko-KR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C++</a:t>
            </a:r>
            <a:r>
              <a:rPr lang="ko-KR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</a:t>
            </a:r>
            <a:r>
              <a:rPr lang="en-US" altLang="ko-KR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ko-KR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 거의 완전히 다름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3BC4201-5E53-1935-54C3-D8632F89D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809950"/>
              </p:ext>
            </p:extLst>
          </p:nvPr>
        </p:nvGraphicFramePr>
        <p:xfrm>
          <a:off x="498764" y="2817304"/>
          <a:ext cx="11443854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121">
                  <a:extLst>
                    <a:ext uri="{9D8B030D-6E8A-4147-A177-3AD203B41FA5}">
                      <a16:colId xmlns:a16="http://schemas.microsoft.com/office/drawing/2014/main" val="3765811720"/>
                    </a:ext>
                  </a:extLst>
                </a:gridCol>
                <a:gridCol w="2199321">
                  <a:extLst>
                    <a:ext uri="{9D8B030D-6E8A-4147-A177-3AD203B41FA5}">
                      <a16:colId xmlns:a16="http://schemas.microsoft.com/office/drawing/2014/main" val="3950916864"/>
                    </a:ext>
                  </a:extLst>
                </a:gridCol>
                <a:gridCol w="7544412">
                  <a:extLst>
                    <a:ext uri="{9D8B030D-6E8A-4147-A177-3AD203B41FA5}">
                      <a16:colId xmlns:a16="http://schemas.microsoft.com/office/drawing/2014/main" val="2572552780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300"/>
                        <a:t>속성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300"/>
                        <a:t>struct</a:t>
                      </a:r>
                      <a:endParaRPr lang="ko-KR" altLang="en-US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300"/>
                        <a:t>class</a:t>
                      </a:r>
                      <a:endParaRPr lang="ko-KR" altLang="en-US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54624197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300"/>
                        <a:t>할당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300"/>
                        <a:t>value</a:t>
                      </a:r>
                      <a:endParaRPr lang="ko-KR" altLang="en-US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300" dirty="0"/>
                        <a:t>reference</a:t>
                      </a:r>
                      <a:endParaRPr lang="ko-KR" altLang="en-US" sz="33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41514354"/>
                  </a:ext>
                </a:extLst>
              </a:tr>
              <a:tr h="17434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300"/>
                        <a:t>상속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300"/>
                        <a:t>불가능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300" dirty="0"/>
                        <a:t>자식</a:t>
                      </a:r>
                      <a:r>
                        <a:rPr lang="en-US" altLang="ko-KR" sz="3300" dirty="0"/>
                        <a:t>, </a:t>
                      </a:r>
                      <a:r>
                        <a:rPr lang="ko-KR" altLang="en-US" sz="3300" dirty="0"/>
                        <a:t>손자 등등 지속적인 상속 가능</a:t>
                      </a:r>
                      <a:endParaRPr lang="en-US" altLang="ko-KR" sz="3300" dirty="0"/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3300" dirty="0"/>
                        <a:t>class</a:t>
                      </a:r>
                      <a:r>
                        <a:rPr lang="ko-KR" altLang="en-US" sz="3300" dirty="0"/>
                        <a:t>로 다중 상속은 불가능</a:t>
                      </a:r>
                      <a:r>
                        <a:rPr lang="en-US" altLang="ko-KR" sz="3300" dirty="0"/>
                        <a:t>; </a:t>
                      </a:r>
                      <a:r>
                        <a:rPr lang="ko-KR" altLang="en-US" sz="3300" dirty="0"/>
                        <a:t>대신 </a:t>
                      </a:r>
                      <a:r>
                        <a:rPr lang="en-US" altLang="ko-KR" sz="3300" dirty="0"/>
                        <a:t>interface</a:t>
                      </a:r>
                      <a:r>
                        <a:rPr lang="ko-KR" altLang="en-US" sz="3300" dirty="0"/>
                        <a:t>로는 가능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577942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006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9649273-C900-70F9-AE53-E6795C3D3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ko-KR" sz="4000">
                <a:solidFill>
                  <a:srgbClr val="FFFFFF"/>
                </a:solidFill>
              </a:rPr>
              <a:t>nullable</a:t>
            </a:r>
            <a:endParaRPr lang="ko-KR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21" name="내용 개체 틀 2">
            <a:extLst>
              <a:ext uri="{FF2B5EF4-FFF2-40B4-BE49-F238E27FC236}">
                <a16:creationId xmlns:a16="http://schemas.microsoft.com/office/drawing/2014/main" id="{3C1ED804-4CE5-0363-4248-30F18479BB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93830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0825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CEF159-A4E6-D6EE-E06A-7E07F9319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altLang="ko-KR" sz="4000">
                <a:solidFill>
                  <a:srgbClr val="FFFFFF"/>
                </a:solidFill>
              </a:rPr>
              <a:t>C#</a:t>
            </a:r>
            <a:r>
              <a:rPr lang="ko-KR" altLang="en-US" sz="4000">
                <a:solidFill>
                  <a:srgbClr val="FFFFFF"/>
                </a:solidFill>
              </a:rPr>
              <a:t>의 문자 연산자</a:t>
            </a: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99A9D20E-1CFF-8165-5897-013C555AB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931532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1215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334</Words>
  <Application>Microsoft Office PowerPoint</Application>
  <PresentationFormat>와이드스크린</PresentationFormat>
  <Paragraphs>44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C의 역사</vt:lpstr>
      <vt:lpstr>C#의 역사</vt:lpstr>
      <vt:lpstr>C# 실행 과정</vt:lpstr>
      <vt:lpstr>.NET Framework</vt:lpstr>
      <vt:lpstr>.NET Framework Architecture</vt:lpstr>
      <vt:lpstr>C# and .NET</vt:lpstr>
      <vt:lpstr>C# 자료형</vt:lpstr>
      <vt:lpstr>구조체, struct</vt:lpstr>
      <vt:lpstr>nullable</vt:lpstr>
      <vt:lpstr>C#의 문자 연산자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조용희</dc:creator>
  <cp:lastModifiedBy>조용희</cp:lastModifiedBy>
  <cp:revision>16</cp:revision>
  <dcterms:created xsi:type="dcterms:W3CDTF">2025-09-02T00:29:07Z</dcterms:created>
  <dcterms:modified xsi:type="dcterms:W3CDTF">2025-10-28T04:33:11Z</dcterms:modified>
</cp:coreProperties>
</file>