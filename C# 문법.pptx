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2" r:id="rId13"/>
    <p:sldId id="268" r:id="rId14"/>
    <p:sldId id="269" r:id="rId15"/>
    <p:sldId id="271" r:id="rId16"/>
    <p:sldId id="27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845557-1596-41BE-AC83-2CFE41DB062F}" type="doc">
      <dgm:prSet loTypeId="urn:microsoft.com/office/officeart/2005/8/layout/hierarchy3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4D606F-E414-44DF-B9EE-DA7748711977}">
      <dgm:prSet/>
      <dgm:spPr/>
      <dgm:t>
        <a:bodyPr/>
        <a:lstStyle/>
        <a:p>
          <a:r>
            <a:rPr lang="en-US"/>
            <a:t>C++: var&amp; x</a:t>
          </a:r>
        </a:p>
      </dgm:t>
    </dgm:pt>
    <dgm:pt modelId="{47C4218A-5073-4DD3-8096-26BD2476CD2B}" type="parTrans" cxnId="{98B1CF7F-27EB-4F30-AC17-8B96CF217619}">
      <dgm:prSet/>
      <dgm:spPr/>
      <dgm:t>
        <a:bodyPr/>
        <a:lstStyle/>
        <a:p>
          <a:endParaRPr lang="en-US"/>
        </a:p>
      </dgm:t>
    </dgm:pt>
    <dgm:pt modelId="{E0B66550-F65F-406C-A092-8E621F140DF7}" type="sibTrans" cxnId="{98B1CF7F-27EB-4F30-AC17-8B96CF217619}">
      <dgm:prSet/>
      <dgm:spPr/>
      <dgm:t>
        <a:bodyPr/>
        <a:lstStyle/>
        <a:p>
          <a:endParaRPr lang="en-US"/>
        </a:p>
      </dgm:t>
    </dgm:pt>
    <dgm:pt modelId="{8C671F94-67E9-4D0C-8D32-70B8FE81B121}">
      <dgm:prSet/>
      <dgm:spPr/>
      <dgm:t>
        <a:bodyPr/>
        <a:lstStyle/>
        <a:p>
          <a:r>
            <a:rPr lang="en-US"/>
            <a:t>C#: ref var x</a:t>
          </a:r>
        </a:p>
      </dgm:t>
    </dgm:pt>
    <dgm:pt modelId="{45A7DD96-87CB-4B77-B4B6-591FB0FC50B2}" type="parTrans" cxnId="{960DD08C-8CA7-4BEF-B550-A28C2D028433}">
      <dgm:prSet/>
      <dgm:spPr/>
      <dgm:t>
        <a:bodyPr/>
        <a:lstStyle/>
        <a:p>
          <a:endParaRPr lang="en-US"/>
        </a:p>
      </dgm:t>
    </dgm:pt>
    <dgm:pt modelId="{1E03F395-8F30-451D-BE67-A8F22704A4D7}" type="sibTrans" cxnId="{960DD08C-8CA7-4BEF-B550-A28C2D028433}">
      <dgm:prSet/>
      <dgm:spPr/>
      <dgm:t>
        <a:bodyPr/>
        <a:lstStyle/>
        <a:p>
          <a:endParaRPr lang="en-US"/>
        </a:p>
      </dgm:t>
    </dgm:pt>
    <dgm:pt modelId="{2F47D756-2006-424D-8915-19328988CBEB}">
      <dgm:prSet/>
      <dgm:spPr/>
      <dgm:t>
        <a:bodyPr/>
        <a:lstStyle/>
        <a:p>
          <a:r>
            <a:rPr lang="en-US"/>
            <a:t>C#</a:t>
          </a:r>
          <a:r>
            <a:rPr lang="ko-KR"/>
            <a:t>에서는 입력과 출력 </a:t>
          </a:r>
          <a:r>
            <a:rPr lang="en-US"/>
            <a:t>reference</a:t>
          </a:r>
          <a:r>
            <a:rPr lang="ko-KR"/>
            <a:t>를 </a:t>
          </a:r>
          <a:r>
            <a:rPr lang="en-US"/>
            <a:t>in, out</a:t>
          </a:r>
          <a:r>
            <a:rPr lang="ko-KR"/>
            <a:t>으로 구분 가능함</a:t>
          </a:r>
          <a:endParaRPr lang="en-US"/>
        </a:p>
      </dgm:t>
    </dgm:pt>
    <dgm:pt modelId="{C65097C7-C224-45BD-85F0-62A6F08903F1}" type="parTrans" cxnId="{843BB5A7-C764-4780-BFFE-5E3C447E9E55}">
      <dgm:prSet/>
      <dgm:spPr/>
      <dgm:t>
        <a:bodyPr/>
        <a:lstStyle/>
        <a:p>
          <a:endParaRPr lang="en-US"/>
        </a:p>
      </dgm:t>
    </dgm:pt>
    <dgm:pt modelId="{C079E292-A30C-4391-AD8F-A95BA0A7C3F5}" type="sibTrans" cxnId="{843BB5A7-C764-4780-BFFE-5E3C447E9E55}">
      <dgm:prSet/>
      <dgm:spPr/>
      <dgm:t>
        <a:bodyPr/>
        <a:lstStyle/>
        <a:p>
          <a:endParaRPr lang="en-US"/>
        </a:p>
      </dgm:t>
    </dgm:pt>
    <dgm:pt modelId="{DD4637D2-A988-4F5F-AAD6-035FF10D3563}">
      <dgm:prSet/>
      <dgm:spPr/>
      <dgm:t>
        <a:bodyPr/>
        <a:lstStyle/>
        <a:p>
          <a:r>
            <a:rPr lang="en-US"/>
            <a:t>in, out </a:t>
          </a:r>
          <a:r>
            <a:rPr lang="ko-KR"/>
            <a:t>대신 </a:t>
          </a:r>
          <a:r>
            <a:rPr lang="en-US"/>
            <a:t>ref</a:t>
          </a:r>
          <a:r>
            <a:rPr lang="ko-KR"/>
            <a:t>를 쓸 수 있지만</a:t>
          </a:r>
          <a:r>
            <a:rPr lang="en-US"/>
            <a:t>, ref</a:t>
          </a:r>
          <a:r>
            <a:rPr lang="ko-KR"/>
            <a:t>는 입출력에 모두 적용 가능하여 입출력이 구분되지 않음</a:t>
          </a:r>
          <a:endParaRPr lang="en-US"/>
        </a:p>
      </dgm:t>
    </dgm:pt>
    <dgm:pt modelId="{705468F0-1A24-477E-ADF3-BEEF4126919A}" type="parTrans" cxnId="{8ED4F205-B342-43C8-B67B-50254FE4C39C}">
      <dgm:prSet/>
      <dgm:spPr/>
      <dgm:t>
        <a:bodyPr/>
        <a:lstStyle/>
        <a:p>
          <a:endParaRPr lang="en-US"/>
        </a:p>
      </dgm:t>
    </dgm:pt>
    <dgm:pt modelId="{C4CBE99A-656D-4C5D-96A8-C244C8D8966A}" type="sibTrans" cxnId="{8ED4F205-B342-43C8-B67B-50254FE4C39C}">
      <dgm:prSet/>
      <dgm:spPr/>
      <dgm:t>
        <a:bodyPr/>
        <a:lstStyle/>
        <a:p>
          <a:endParaRPr lang="en-US"/>
        </a:p>
      </dgm:t>
    </dgm:pt>
    <dgm:pt modelId="{592D5809-AFF1-4441-900E-BCFE4B8BDCE3}" type="pres">
      <dgm:prSet presAssocID="{AB845557-1596-41BE-AC83-2CFE41DB062F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608F37-BEB5-4705-B550-EB7B6FA4AF51}" type="pres">
      <dgm:prSet presAssocID="{4F4D606F-E414-44DF-B9EE-DA7748711977}" presName="root" presStyleCnt="0"/>
      <dgm:spPr/>
    </dgm:pt>
    <dgm:pt modelId="{00B3EDBD-2E8D-46FF-8242-CA2D53DEA1C5}" type="pres">
      <dgm:prSet presAssocID="{4F4D606F-E414-44DF-B9EE-DA7748711977}" presName="rootComposite" presStyleCnt="0"/>
      <dgm:spPr/>
    </dgm:pt>
    <dgm:pt modelId="{D0A0B405-6ED1-498C-AFEC-D2E02FA1DB79}" type="pres">
      <dgm:prSet presAssocID="{4F4D606F-E414-44DF-B9EE-DA7748711977}" presName="rootText" presStyleLbl="node1" presStyleIdx="0" presStyleCnt="3"/>
      <dgm:spPr/>
    </dgm:pt>
    <dgm:pt modelId="{91AFB534-D7B6-4709-B30F-B8A5E7AE0402}" type="pres">
      <dgm:prSet presAssocID="{4F4D606F-E414-44DF-B9EE-DA7748711977}" presName="rootConnector" presStyleLbl="node1" presStyleIdx="0" presStyleCnt="3"/>
      <dgm:spPr/>
    </dgm:pt>
    <dgm:pt modelId="{45E21723-3B1B-4B7B-A31C-A65FDF559927}" type="pres">
      <dgm:prSet presAssocID="{4F4D606F-E414-44DF-B9EE-DA7748711977}" presName="childShape" presStyleCnt="0"/>
      <dgm:spPr/>
    </dgm:pt>
    <dgm:pt modelId="{817E9EEC-017C-4257-9C1A-8D4A4F525351}" type="pres">
      <dgm:prSet presAssocID="{8C671F94-67E9-4D0C-8D32-70B8FE81B121}" presName="root" presStyleCnt="0"/>
      <dgm:spPr/>
    </dgm:pt>
    <dgm:pt modelId="{3CA49401-107D-4EB0-8D07-C6FDD8FDE818}" type="pres">
      <dgm:prSet presAssocID="{8C671F94-67E9-4D0C-8D32-70B8FE81B121}" presName="rootComposite" presStyleCnt="0"/>
      <dgm:spPr/>
    </dgm:pt>
    <dgm:pt modelId="{9A67686C-1BD1-4CD0-B27C-10FD1BF40336}" type="pres">
      <dgm:prSet presAssocID="{8C671F94-67E9-4D0C-8D32-70B8FE81B121}" presName="rootText" presStyleLbl="node1" presStyleIdx="1" presStyleCnt="3"/>
      <dgm:spPr/>
    </dgm:pt>
    <dgm:pt modelId="{4903E3F3-3552-4A18-9191-D70045BAF06B}" type="pres">
      <dgm:prSet presAssocID="{8C671F94-67E9-4D0C-8D32-70B8FE81B121}" presName="rootConnector" presStyleLbl="node1" presStyleIdx="1" presStyleCnt="3"/>
      <dgm:spPr/>
    </dgm:pt>
    <dgm:pt modelId="{7308A0DB-D098-4BC1-98F9-F180567F7AA7}" type="pres">
      <dgm:prSet presAssocID="{8C671F94-67E9-4D0C-8D32-70B8FE81B121}" presName="childShape" presStyleCnt="0"/>
      <dgm:spPr/>
    </dgm:pt>
    <dgm:pt modelId="{2A7541BB-4ABB-4051-B63B-EE3643E81762}" type="pres">
      <dgm:prSet presAssocID="{2F47D756-2006-424D-8915-19328988CBEB}" presName="root" presStyleCnt="0"/>
      <dgm:spPr/>
    </dgm:pt>
    <dgm:pt modelId="{AB5685DA-DECC-4599-8E08-EA1A5418155C}" type="pres">
      <dgm:prSet presAssocID="{2F47D756-2006-424D-8915-19328988CBEB}" presName="rootComposite" presStyleCnt="0"/>
      <dgm:spPr/>
    </dgm:pt>
    <dgm:pt modelId="{F30730F3-2E91-4A1A-AE3B-1EF295110B61}" type="pres">
      <dgm:prSet presAssocID="{2F47D756-2006-424D-8915-19328988CBEB}" presName="rootText" presStyleLbl="node1" presStyleIdx="2" presStyleCnt="3"/>
      <dgm:spPr/>
    </dgm:pt>
    <dgm:pt modelId="{D7F483A0-4E11-4EFB-8C1A-2728BA64D545}" type="pres">
      <dgm:prSet presAssocID="{2F47D756-2006-424D-8915-19328988CBEB}" presName="rootConnector" presStyleLbl="node1" presStyleIdx="2" presStyleCnt="3"/>
      <dgm:spPr/>
    </dgm:pt>
    <dgm:pt modelId="{C4A8875C-6DE4-4142-8751-81A93D58620E}" type="pres">
      <dgm:prSet presAssocID="{2F47D756-2006-424D-8915-19328988CBEB}" presName="childShape" presStyleCnt="0"/>
      <dgm:spPr/>
    </dgm:pt>
    <dgm:pt modelId="{FE794705-6244-4BAF-8545-D97E143BF368}" type="pres">
      <dgm:prSet presAssocID="{705468F0-1A24-477E-ADF3-BEEF4126919A}" presName="Name13" presStyleLbl="parChTrans1D2" presStyleIdx="0" presStyleCnt="1"/>
      <dgm:spPr/>
    </dgm:pt>
    <dgm:pt modelId="{34BBCE51-5FB3-4A25-BDDF-5B5B4CA3DAF0}" type="pres">
      <dgm:prSet presAssocID="{DD4637D2-A988-4F5F-AAD6-035FF10D3563}" presName="childText" presStyleLbl="bgAcc1" presStyleIdx="0" presStyleCnt="1">
        <dgm:presLayoutVars>
          <dgm:bulletEnabled val="1"/>
        </dgm:presLayoutVars>
      </dgm:prSet>
      <dgm:spPr/>
    </dgm:pt>
  </dgm:ptLst>
  <dgm:cxnLst>
    <dgm:cxn modelId="{8ED4F205-B342-43C8-B67B-50254FE4C39C}" srcId="{2F47D756-2006-424D-8915-19328988CBEB}" destId="{DD4637D2-A988-4F5F-AAD6-035FF10D3563}" srcOrd="0" destOrd="0" parTransId="{705468F0-1A24-477E-ADF3-BEEF4126919A}" sibTransId="{C4CBE99A-656D-4C5D-96A8-C244C8D8966A}"/>
    <dgm:cxn modelId="{E552030C-19C0-47B2-ABE5-C425879ED1F4}" type="presOf" srcId="{8C671F94-67E9-4D0C-8D32-70B8FE81B121}" destId="{4903E3F3-3552-4A18-9191-D70045BAF06B}" srcOrd="1" destOrd="0" presId="urn:microsoft.com/office/officeart/2005/8/layout/hierarchy3"/>
    <dgm:cxn modelId="{41145436-CF23-4A62-A4FF-8FB6F58E0707}" type="presOf" srcId="{2F47D756-2006-424D-8915-19328988CBEB}" destId="{D7F483A0-4E11-4EFB-8C1A-2728BA64D545}" srcOrd="1" destOrd="0" presId="urn:microsoft.com/office/officeart/2005/8/layout/hierarchy3"/>
    <dgm:cxn modelId="{E82D013A-325F-44A5-A5FB-473C4322D42B}" type="presOf" srcId="{4F4D606F-E414-44DF-B9EE-DA7748711977}" destId="{D0A0B405-6ED1-498C-AFEC-D2E02FA1DB79}" srcOrd="0" destOrd="0" presId="urn:microsoft.com/office/officeart/2005/8/layout/hierarchy3"/>
    <dgm:cxn modelId="{85060267-6AD8-45E2-9BA5-5F27114BBE43}" type="presOf" srcId="{705468F0-1A24-477E-ADF3-BEEF4126919A}" destId="{FE794705-6244-4BAF-8545-D97E143BF368}" srcOrd="0" destOrd="0" presId="urn:microsoft.com/office/officeart/2005/8/layout/hierarchy3"/>
    <dgm:cxn modelId="{2A5D7275-EDB1-4100-B4E4-4DB00EE1359E}" type="presOf" srcId="{AB845557-1596-41BE-AC83-2CFE41DB062F}" destId="{592D5809-AFF1-4441-900E-BCFE4B8BDCE3}" srcOrd="0" destOrd="0" presId="urn:microsoft.com/office/officeart/2005/8/layout/hierarchy3"/>
    <dgm:cxn modelId="{98C99857-FB20-4162-BED0-89634CD6C5F5}" type="presOf" srcId="{4F4D606F-E414-44DF-B9EE-DA7748711977}" destId="{91AFB534-D7B6-4709-B30F-B8A5E7AE0402}" srcOrd="1" destOrd="0" presId="urn:microsoft.com/office/officeart/2005/8/layout/hierarchy3"/>
    <dgm:cxn modelId="{98B1CF7F-27EB-4F30-AC17-8B96CF217619}" srcId="{AB845557-1596-41BE-AC83-2CFE41DB062F}" destId="{4F4D606F-E414-44DF-B9EE-DA7748711977}" srcOrd="0" destOrd="0" parTransId="{47C4218A-5073-4DD3-8096-26BD2476CD2B}" sibTransId="{E0B66550-F65F-406C-A092-8E621F140DF7}"/>
    <dgm:cxn modelId="{960DD08C-8CA7-4BEF-B550-A28C2D028433}" srcId="{AB845557-1596-41BE-AC83-2CFE41DB062F}" destId="{8C671F94-67E9-4D0C-8D32-70B8FE81B121}" srcOrd="1" destOrd="0" parTransId="{45A7DD96-87CB-4B77-B4B6-591FB0FC50B2}" sibTransId="{1E03F395-8F30-451D-BE67-A8F22704A4D7}"/>
    <dgm:cxn modelId="{843BB5A7-C764-4780-BFFE-5E3C447E9E55}" srcId="{AB845557-1596-41BE-AC83-2CFE41DB062F}" destId="{2F47D756-2006-424D-8915-19328988CBEB}" srcOrd="2" destOrd="0" parTransId="{C65097C7-C224-45BD-85F0-62A6F08903F1}" sibTransId="{C079E292-A30C-4391-AD8F-A95BA0A7C3F5}"/>
    <dgm:cxn modelId="{67562DF0-B13C-4F19-AFC3-7C06D2469DEC}" type="presOf" srcId="{8C671F94-67E9-4D0C-8D32-70B8FE81B121}" destId="{9A67686C-1BD1-4CD0-B27C-10FD1BF40336}" srcOrd="0" destOrd="0" presId="urn:microsoft.com/office/officeart/2005/8/layout/hierarchy3"/>
    <dgm:cxn modelId="{E91FCAF7-306B-4ED1-939D-41B709375AE4}" type="presOf" srcId="{DD4637D2-A988-4F5F-AAD6-035FF10D3563}" destId="{34BBCE51-5FB3-4A25-BDDF-5B5B4CA3DAF0}" srcOrd="0" destOrd="0" presId="urn:microsoft.com/office/officeart/2005/8/layout/hierarchy3"/>
    <dgm:cxn modelId="{CB0BB9FC-2156-459D-AFF1-0E5517D814BD}" type="presOf" srcId="{2F47D756-2006-424D-8915-19328988CBEB}" destId="{F30730F3-2E91-4A1A-AE3B-1EF295110B61}" srcOrd="0" destOrd="0" presId="urn:microsoft.com/office/officeart/2005/8/layout/hierarchy3"/>
    <dgm:cxn modelId="{23B07377-0376-41FB-B68A-8012E17DDFA1}" type="presParOf" srcId="{592D5809-AFF1-4441-900E-BCFE4B8BDCE3}" destId="{47608F37-BEB5-4705-B550-EB7B6FA4AF51}" srcOrd="0" destOrd="0" presId="urn:microsoft.com/office/officeart/2005/8/layout/hierarchy3"/>
    <dgm:cxn modelId="{837E0981-008D-4C63-BADC-91EE88428C01}" type="presParOf" srcId="{47608F37-BEB5-4705-B550-EB7B6FA4AF51}" destId="{00B3EDBD-2E8D-46FF-8242-CA2D53DEA1C5}" srcOrd="0" destOrd="0" presId="urn:microsoft.com/office/officeart/2005/8/layout/hierarchy3"/>
    <dgm:cxn modelId="{D91F0E3E-28BB-4C23-83B7-2548A99651C5}" type="presParOf" srcId="{00B3EDBD-2E8D-46FF-8242-CA2D53DEA1C5}" destId="{D0A0B405-6ED1-498C-AFEC-D2E02FA1DB79}" srcOrd="0" destOrd="0" presId="urn:microsoft.com/office/officeart/2005/8/layout/hierarchy3"/>
    <dgm:cxn modelId="{06785007-C90C-4467-BA2B-D9DDECD1F855}" type="presParOf" srcId="{00B3EDBD-2E8D-46FF-8242-CA2D53DEA1C5}" destId="{91AFB534-D7B6-4709-B30F-B8A5E7AE0402}" srcOrd="1" destOrd="0" presId="urn:microsoft.com/office/officeart/2005/8/layout/hierarchy3"/>
    <dgm:cxn modelId="{8246F7BA-E568-4C98-B8E7-1A8735085EAA}" type="presParOf" srcId="{47608F37-BEB5-4705-B550-EB7B6FA4AF51}" destId="{45E21723-3B1B-4B7B-A31C-A65FDF559927}" srcOrd="1" destOrd="0" presId="urn:microsoft.com/office/officeart/2005/8/layout/hierarchy3"/>
    <dgm:cxn modelId="{AF1CFB48-F41F-4D01-95B4-383815D5CFFC}" type="presParOf" srcId="{592D5809-AFF1-4441-900E-BCFE4B8BDCE3}" destId="{817E9EEC-017C-4257-9C1A-8D4A4F525351}" srcOrd="1" destOrd="0" presId="urn:microsoft.com/office/officeart/2005/8/layout/hierarchy3"/>
    <dgm:cxn modelId="{99AB9E01-37DB-411B-A35B-E8303FF61D91}" type="presParOf" srcId="{817E9EEC-017C-4257-9C1A-8D4A4F525351}" destId="{3CA49401-107D-4EB0-8D07-C6FDD8FDE818}" srcOrd="0" destOrd="0" presId="urn:microsoft.com/office/officeart/2005/8/layout/hierarchy3"/>
    <dgm:cxn modelId="{54192D5E-C62D-403F-AA99-454CFEDA12E4}" type="presParOf" srcId="{3CA49401-107D-4EB0-8D07-C6FDD8FDE818}" destId="{9A67686C-1BD1-4CD0-B27C-10FD1BF40336}" srcOrd="0" destOrd="0" presId="urn:microsoft.com/office/officeart/2005/8/layout/hierarchy3"/>
    <dgm:cxn modelId="{5C56B1DA-816E-4645-86B5-0D93EFBCA2E3}" type="presParOf" srcId="{3CA49401-107D-4EB0-8D07-C6FDD8FDE818}" destId="{4903E3F3-3552-4A18-9191-D70045BAF06B}" srcOrd="1" destOrd="0" presId="urn:microsoft.com/office/officeart/2005/8/layout/hierarchy3"/>
    <dgm:cxn modelId="{1931CA8E-C61C-4C86-8FD2-8E59648910DA}" type="presParOf" srcId="{817E9EEC-017C-4257-9C1A-8D4A4F525351}" destId="{7308A0DB-D098-4BC1-98F9-F180567F7AA7}" srcOrd="1" destOrd="0" presId="urn:microsoft.com/office/officeart/2005/8/layout/hierarchy3"/>
    <dgm:cxn modelId="{20F2FE6E-FF59-46A2-B8BC-F36DB28ED59E}" type="presParOf" srcId="{592D5809-AFF1-4441-900E-BCFE4B8BDCE3}" destId="{2A7541BB-4ABB-4051-B63B-EE3643E81762}" srcOrd="2" destOrd="0" presId="urn:microsoft.com/office/officeart/2005/8/layout/hierarchy3"/>
    <dgm:cxn modelId="{CA05408A-3C3B-44E9-A796-7F607C23838E}" type="presParOf" srcId="{2A7541BB-4ABB-4051-B63B-EE3643E81762}" destId="{AB5685DA-DECC-4599-8E08-EA1A5418155C}" srcOrd="0" destOrd="0" presId="urn:microsoft.com/office/officeart/2005/8/layout/hierarchy3"/>
    <dgm:cxn modelId="{10E986DF-F5C9-4CF0-A4D1-442AF025035F}" type="presParOf" srcId="{AB5685DA-DECC-4599-8E08-EA1A5418155C}" destId="{F30730F3-2E91-4A1A-AE3B-1EF295110B61}" srcOrd="0" destOrd="0" presId="urn:microsoft.com/office/officeart/2005/8/layout/hierarchy3"/>
    <dgm:cxn modelId="{43789C64-E962-4DBA-9FED-8F52EDEBB0D2}" type="presParOf" srcId="{AB5685DA-DECC-4599-8E08-EA1A5418155C}" destId="{D7F483A0-4E11-4EFB-8C1A-2728BA64D545}" srcOrd="1" destOrd="0" presId="urn:microsoft.com/office/officeart/2005/8/layout/hierarchy3"/>
    <dgm:cxn modelId="{AA0AC618-9108-4B00-9689-5F3417A02F53}" type="presParOf" srcId="{2A7541BB-4ABB-4051-B63B-EE3643E81762}" destId="{C4A8875C-6DE4-4142-8751-81A93D58620E}" srcOrd="1" destOrd="0" presId="urn:microsoft.com/office/officeart/2005/8/layout/hierarchy3"/>
    <dgm:cxn modelId="{81E82C7F-FFDF-454C-90EA-6B0A1A205F06}" type="presParOf" srcId="{C4A8875C-6DE4-4142-8751-81A93D58620E}" destId="{FE794705-6244-4BAF-8545-D97E143BF368}" srcOrd="0" destOrd="0" presId="urn:microsoft.com/office/officeart/2005/8/layout/hierarchy3"/>
    <dgm:cxn modelId="{087B38A8-AAA5-46FB-82FB-7EE39C877C1C}" type="presParOf" srcId="{C4A8875C-6DE4-4142-8751-81A93D58620E}" destId="{34BBCE51-5FB3-4A25-BDDF-5B5B4CA3DAF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965542E-801E-4CAB-ACA9-F2BDD863855D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BB74005-0681-4C88-92B3-032D02581B49}">
      <dgm:prSet/>
      <dgm:spPr/>
      <dgm:t>
        <a:bodyPr/>
        <a:lstStyle/>
        <a:p>
          <a:r>
            <a:rPr lang="ko-KR"/>
            <a:t>상속 받은 </a:t>
          </a:r>
          <a:r>
            <a:rPr lang="en-US"/>
            <a:t>class</a:t>
          </a:r>
          <a:r>
            <a:rPr lang="ko-KR"/>
            <a:t>에서 특정 메소드를 반드시 구현하도록 강제하는 </a:t>
          </a:r>
          <a:r>
            <a:rPr lang="en-US"/>
            <a:t>class</a:t>
          </a:r>
        </a:p>
      </dgm:t>
    </dgm:pt>
    <dgm:pt modelId="{ECD8D345-2F43-402A-98F7-C7D5ADE00931}" type="parTrans" cxnId="{93D20DBD-04BE-4BCB-9316-8BF7CEC571EC}">
      <dgm:prSet/>
      <dgm:spPr/>
      <dgm:t>
        <a:bodyPr/>
        <a:lstStyle/>
        <a:p>
          <a:endParaRPr lang="en-US"/>
        </a:p>
      </dgm:t>
    </dgm:pt>
    <dgm:pt modelId="{564070F3-0567-4365-9017-73F8F2E8CC31}" type="sibTrans" cxnId="{93D20DBD-04BE-4BCB-9316-8BF7CEC571EC}">
      <dgm:prSet/>
      <dgm:spPr/>
      <dgm:t>
        <a:bodyPr/>
        <a:lstStyle/>
        <a:p>
          <a:endParaRPr lang="en-US"/>
        </a:p>
      </dgm:t>
    </dgm:pt>
    <dgm:pt modelId="{EEC0E4B9-5A4A-4D4D-9B78-050E0C02E633}">
      <dgm:prSet/>
      <dgm:spPr/>
      <dgm:t>
        <a:bodyPr/>
        <a:lstStyle/>
        <a:p>
          <a:r>
            <a:rPr lang="ko-KR"/>
            <a:t>부모 </a:t>
          </a:r>
          <a:r>
            <a:rPr lang="en-US"/>
            <a:t>class: </a:t>
          </a:r>
          <a:r>
            <a:rPr lang="ko-KR"/>
            <a:t>강제할 메소드에 </a:t>
          </a:r>
          <a:r>
            <a:rPr lang="en-US"/>
            <a:t>abstract</a:t>
          </a:r>
          <a:r>
            <a:rPr lang="ko-KR"/>
            <a:t>로 표시</a:t>
          </a:r>
          <a:endParaRPr lang="en-US"/>
        </a:p>
      </dgm:t>
    </dgm:pt>
    <dgm:pt modelId="{CCBA2F9D-7A37-411F-9C36-BDDCB4F7D2AF}" type="parTrans" cxnId="{14634DF6-EAA4-4BA7-A9B6-468BADF87CDC}">
      <dgm:prSet/>
      <dgm:spPr/>
      <dgm:t>
        <a:bodyPr/>
        <a:lstStyle/>
        <a:p>
          <a:endParaRPr lang="en-US"/>
        </a:p>
      </dgm:t>
    </dgm:pt>
    <dgm:pt modelId="{C3DD6601-B902-4477-8F6D-866227661A20}" type="sibTrans" cxnId="{14634DF6-EAA4-4BA7-A9B6-468BADF87CDC}">
      <dgm:prSet/>
      <dgm:spPr/>
      <dgm:t>
        <a:bodyPr/>
        <a:lstStyle/>
        <a:p>
          <a:endParaRPr lang="en-US"/>
        </a:p>
      </dgm:t>
    </dgm:pt>
    <dgm:pt modelId="{EDD0DD8B-F128-4DCE-BA06-7DB3DE339C5D}">
      <dgm:prSet/>
      <dgm:spPr/>
      <dgm:t>
        <a:bodyPr/>
        <a:lstStyle/>
        <a:p>
          <a:r>
            <a:rPr lang="ko-KR"/>
            <a:t>자식 </a:t>
          </a:r>
          <a:r>
            <a:rPr lang="en-US"/>
            <a:t>class: </a:t>
          </a:r>
          <a:r>
            <a:rPr lang="ko-KR"/>
            <a:t>구현할 메소드에 </a:t>
          </a:r>
          <a:r>
            <a:rPr lang="en-US"/>
            <a:t>override</a:t>
          </a:r>
          <a:r>
            <a:rPr lang="ko-KR"/>
            <a:t>로 표시</a:t>
          </a:r>
          <a:r>
            <a:rPr lang="en-US"/>
            <a:t>; </a:t>
          </a:r>
          <a:r>
            <a:rPr lang="ko-KR"/>
            <a:t>자식의 자식으로 구현을 넘길 때는 </a:t>
          </a:r>
          <a:r>
            <a:rPr lang="en-US"/>
            <a:t>abstract</a:t>
          </a:r>
          <a:r>
            <a:rPr lang="ko-KR"/>
            <a:t>를 다시 표시</a:t>
          </a:r>
          <a:endParaRPr lang="en-US"/>
        </a:p>
      </dgm:t>
    </dgm:pt>
    <dgm:pt modelId="{2AEA93C7-BBCE-4F85-9075-ED4370C67A19}" type="parTrans" cxnId="{D2E16B3D-9464-4D0A-AEAD-8C16F63E285C}">
      <dgm:prSet/>
      <dgm:spPr/>
      <dgm:t>
        <a:bodyPr/>
        <a:lstStyle/>
        <a:p>
          <a:endParaRPr lang="en-US"/>
        </a:p>
      </dgm:t>
    </dgm:pt>
    <dgm:pt modelId="{FD89A0BB-CF19-4317-8C8D-CBD891AC42F4}" type="sibTrans" cxnId="{D2E16B3D-9464-4D0A-AEAD-8C16F63E285C}">
      <dgm:prSet/>
      <dgm:spPr/>
      <dgm:t>
        <a:bodyPr/>
        <a:lstStyle/>
        <a:p>
          <a:endParaRPr lang="en-US"/>
        </a:p>
      </dgm:t>
    </dgm:pt>
    <dgm:pt modelId="{2F855435-CA88-4E6F-9DAA-FD0C20038DC7}">
      <dgm:prSet/>
      <dgm:spPr/>
      <dgm:t>
        <a:bodyPr/>
        <a:lstStyle/>
        <a:p>
          <a:r>
            <a:rPr lang="ko-KR" dirty="0"/>
            <a:t>나머지는 일반적인 </a:t>
          </a:r>
          <a:r>
            <a:rPr lang="en-US" dirty="0"/>
            <a:t>class</a:t>
          </a:r>
          <a:r>
            <a:rPr lang="ko-KR" dirty="0"/>
            <a:t>와 동일</a:t>
          </a:r>
          <a:endParaRPr lang="en-US" dirty="0"/>
        </a:p>
      </dgm:t>
    </dgm:pt>
    <dgm:pt modelId="{C02B98EC-3AED-4945-8F32-5D0B413B9419}" type="parTrans" cxnId="{017DEE8F-BCBB-46AD-9B2B-FDBA155B1492}">
      <dgm:prSet/>
      <dgm:spPr/>
      <dgm:t>
        <a:bodyPr/>
        <a:lstStyle/>
        <a:p>
          <a:endParaRPr lang="en-US"/>
        </a:p>
      </dgm:t>
    </dgm:pt>
    <dgm:pt modelId="{CAD64579-479C-477A-9DCA-6D9E0C75A7D1}" type="sibTrans" cxnId="{017DEE8F-BCBB-46AD-9B2B-FDBA155B1492}">
      <dgm:prSet/>
      <dgm:spPr/>
      <dgm:t>
        <a:bodyPr/>
        <a:lstStyle/>
        <a:p>
          <a:endParaRPr lang="en-US"/>
        </a:p>
      </dgm:t>
    </dgm:pt>
    <dgm:pt modelId="{1EA003DB-7870-4188-9CA5-8615E62BF658}">
      <dgm:prSet/>
      <dgm:spPr/>
      <dgm:t>
        <a:bodyPr/>
        <a:lstStyle/>
        <a:p>
          <a:r>
            <a:rPr lang="ko-KR" altLang="en-US" dirty="0"/>
            <a:t>일반 메소드와 필드를 모두 가질 수 있음</a:t>
          </a:r>
          <a:endParaRPr lang="en-US" dirty="0"/>
        </a:p>
      </dgm:t>
    </dgm:pt>
    <dgm:pt modelId="{A7A913F3-CE3D-4F55-9615-54469ACA1F46}" type="par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C53152EC-211E-4829-8CE5-FB300C07D008}" type="sib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708192D2-A83C-4909-AEB3-DE38092395F1}">
      <dgm:prSet/>
      <dgm:spPr/>
      <dgm:t>
        <a:bodyPr/>
        <a:lstStyle/>
        <a:p>
          <a:r>
            <a:rPr lang="en-US" dirty="0"/>
            <a:t>Abstract class</a:t>
          </a:r>
          <a:r>
            <a:rPr lang="ko-KR" altLang="en-US" dirty="0"/>
            <a:t>는 인스턴스를 가질 수 없음</a:t>
          </a:r>
          <a:endParaRPr lang="en-US" dirty="0"/>
        </a:p>
      </dgm:t>
    </dgm:pt>
    <dgm:pt modelId="{6092827D-812D-4799-94EF-A6010333117D}" type="par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F96D4A6A-9485-4276-8278-2C9ABC6811EB}" type="sib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20518A64-A06B-44A6-9604-D265F896E011}" type="pres">
      <dgm:prSet presAssocID="{5965542E-801E-4CAB-ACA9-F2BDD863855D}" presName="linearFlow" presStyleCnt="0">
        <dgm:presLayoutVars>
          <dgm:dir/>
          <dgm:animLvl val="lvl"/>
          <dgm:resizeHandles val="exact"/>
        </dgm:presLayoutVars>
      </dgm:prSet>
      <dgm:spPr/>
    </dgm:pt>
    <dgm:pt modelId="{2B846E34-7B58-4BAC-AB99-FC2188E66DC8}" type="pres">
      <dgm:prSet presAssocID="{7BB74005-0681-4C88-92B3-032D02581B49}" presName="composite" presStyleCnt="0"/>
      <dgm:spPr/>
    </dgm:pt>
    <dgm:pt modelId="{0495717E-A47B-463A-AA08-8226041569A1}" type="pres">
      <dgm:prSet presAssocID="{7BB74005-0681-4C88-92B3-032D02581B49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800A16A8-BD14-422D-A55A-A33196A8B5DF}" type="pres">
      <dgm:prSet presAssocID="{7BB74005-0681-4C88-92B3-032D02581B49}" presName="descendantText" presStyleLbl="alignAcc1" presStyleIdx="0" presStyleCnt="2">
        <dgm:presLayoutVars>
          <dgm:bulletEnabled val="1"/>
        </dgm:presLayoutVars>
      </dgm:prSet>
      <dgm:spPr/>
    </dgm:pt>
    <dgm:pt modelId="{F1A019C4-1C99-4C70-A705-190B2C9FEADA}" type="pres">
      <dgm:prSet presAssocID="{564070F3-0567-4365-9017-73F8F2E8CC31}" presName="sp" presStyleCnt="0"/>
      <dgm:spPr/>
    </dgm:pt>
    <dgm:pt modelId="{49B67237-68CF-430F-A824-B1071C387A5A}" type="pres">
      <dgm:prSet presAssocID="{2F855435-CA88-4E6F-9DAA-FD0C20038DC7}" presName="composite" presStyleCnt="0"/>
      <dgm:spPr/>
    </dgm:pt>
    <dgm:pt modelId="{3BF40106-E5F9-428D-BE1E-24403AEA8B68}" type="pres">
      <dgm:prSet presAssocID="{2F855435-CA88-4E6F-9DAA-FD0C20038DC7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F8EB865C-B551-4257-9AB2-AFF02415CA89}" type="pres">
      <dgm:prSet presAssocID="{2F855435-CA88-4E6F-9DAA-FD0C20038DC7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19C51910-4C46-4266-8819-34AFFECF2692}" srcId="{2F855435-CA88-4E6F-9DAA-FD0C20038DC7}" destId="{1EA003DB-7870-4188-9CA5-8615E62BF658}" srcOrd="0" destOrd="0" parTransId="{A7A913F3-CE3D-4F55-9615-54469ACA1F46}" sibTransId="{C53152EC-211E-4829-8CE5-FB300C07D008}"/>
    <dgm:cxn modelId="{A97A0A1D-FAC8-4D60-A6EB-C7CEBDC5B2D4}" type="presOf" srcId="{5965542E-801E-4CAB-ACA9-F2BDD863855D}" destId="{20518A64-A06B-44A6-9604-D265F896E011}" srcOrd="0" destOrd="0" presId="urn:microsoft.com/office/officeart/2005/8/layout/chevron2"/>
    <dgm:cxn modelId="{D2E16B3D-9464-4D0A-AEAD-8C16F63E285C}" srcId="{7BB74005-0681-4C88-92B3-032D02581B49}" destId="{EDD0DD8B-F128-4DCE-BA06-7DB3DE339C5D}" srcOrd="1" destOrd="0" parTransId="{2AEA93C7-BBCE-4F85-9075-ED4370C67A19}" sibTransId="{FD89A0BB-CF19-4317-8C8D-CBD891AC42F4}"/>
    <dgm:cxn modelId="{017DEE8F-BCBB-46AD-9B2B-FDBA155B1492}" srcId="{5965542E-801E-4CAB-ACA9-F2BDD863855D}" destId="{2F855435-CA88-4E6F-9DAA-FD0C20038DC7}" srcOrd="1" destOrd="0" parTransId="{C02B98EC-3AED-4945-8F32-5D0B413B9419}" sibTransId="{CAD64579-479C-477A-9DCA-6D9E0C75A7D1}"/>
    <dgm:cxn modelId="{2BA1BDA2-1C9A-4DCB-8E9C-A5C40204B14C}" type="presOf" srcId="{2F855435-CA88-4E6F-9DAA-FD0C20038DC7}" destId="{3BF40106-E5F9-428D-BE1E-24403AEA8B68}" srcOrd="0" destOrd="0" presId="urn:microsoft.com/office/officeart/2005/8/layout/chevron2"/>
    <dgm:cxn modelId="{C9BE79B9-6513-40F7-A329-C5C24E4A1D48}" type="presOf" srcId="{EDD0DD8B-F128-4DCE-BA06-7DB3DE339C5D}" destId="{800A16A8-BD14-422D-A55A-A33196A8B5DF}" srcOrd="0" destOrd="1" presId="urn:microsoft.com/office/officeart/2005/8/layout/chevron2"/>
    <dgm:cxn modelId="{93D20DBD-04BE-4BCB-9316-8BF7CEC571EC}" srcId="{5965542E-801E-4CAB-ACA9-F2BDD863855D}" destId="{7BB74005-0681-4C88-92B3-032D02581B49}" srcOrd="0" destOrd="0" parTransId="{ECD8D345-2F43-402A-98F7-C7D5ADE00931}" sibTransId="{564070F3-0567-4365-9017-73F8F2E8CC31}"/>
    <dgm:cxn modelId="{803A82BE-19FE-4E63-B737-DE5F0C104794}" type="presOf" srcId="{EEC0E4B9-5A4A-4D4D-9B78-050E0C02E633}" destId="{800A16A8-BD14-422D-A55A-A33196A8B5DF}" srcOrd="0" destOrd="0" presId="urn:microsoft.com/office/officeart/2005/8/layout/chevron2"/>
    <dgm:cxn modelId="{6E7A95DF-C9DB-4456-8410-3160540DD556}" srcId="{2F855435-CA88-4E6F-9DAA-FD0C20038DC7}" destId="{708192D2-A83C-4909-AEB3-DE38092395F1}" srcOrd="1" destOrd="0" parTransId="{6092827D-812D-4799-94EF-A6010333117D}" sibTransId="{F96D4A6A-9485-4276-8278-2C9ABC6811EB}"/>
    <dgm:cxn modelId="{F12AF2E7-4525-4195-9A68-668D8A128C25}" type="presOf" srcId="{1EA003DB-7870-4188-9CA5-8615E62BF658}" destId="{F8EB865C-B551-4257-9AB2-AFF02415CA89}" srcOrd="0" destOrd="0" presId="urn:microsoft.com/office/officeart/2005/8/layout/chevron2"/>
    <dgm:cxn modelId="{AD84C6E8-D052-43D8-A5FA-A333DAB8B6F2}" type="presOf" srcId="{708192D2-A83C-4909-AEB3-DE38092395F1}" destId="{F8EB865C-B551-4257-9AB2-AFF02415CA89}" srcOrd="0" destOrd="1" presId="urn:microsoft.com/office/officeart/2005/8/layout/chevron2"/>
    <dgm:cxn modelId="{14634DF6-EAA4-4BA7-A9B6-468BADF87CDC}" srcId="{7BB74005-0681-4C88-92B3-032D02581B49}" destId="{EEC0E4B9-5A4A-4D4D-9B78-050E0C02E633}" srcOrd="0" destOrd="0" parTransId="{CCBA2F9D-7A37-411F-9C36-BDDCB4F7D2AF}" sibTransId="{C3DD6601-B902-4477-8F6D-866227661A20}"/>
    <dgm:cxn modelId="{02D40EFA-E879-44A5-835F-4B18219A7EED}" type="presOf" srcId="{7BB74005-0681-4C88-92B3-032D02581B49}" destId="{0495717E-A47B-463A-AA08-8226041569A1}" srcOrd="0" destOrd="0" presId="urn:microsoft.com/office/officeart/2005/8/layout/chevron2"/>
    <dgm:cxn modelId="{9C8F91DB-A1FD-4DD0-82A7-21F25EEB25AD}" type="presParOf" srcId="{20518A64-A06B-44A6-9604-D265F896E011}" destId="{2B846E34-7B58-4BAC-AB99-FC2188E66DC8}" srcOrd="0" destOrd="0" presId="urn:microsoft.com/office/officeart/2005/8/layout/chevron2"/>
    <dgm:cxn modelId="{9FA414B0-F284-43D9-A3E1-1CAAD5126851}" type="presParOf" srcId="{2B846E34-7B58-4BAC-AB99-FC2188E66DC8}" destId="{0495717E-A47B-463A-AA08-8226041569A1}" srcOrd="0" destOrd="0" presId="urn:microsoft.com/office/officeart/2005/8/layout/chevron2"/>
    <dgm:cxn modelId="{D1531126-B216-4E92-9CBF-B6AC8F7163FE}" type="presParOf" srcId="{2B846E34-7B58-4BAC-AB99-FC2188E66DC8}" destId="{800A16A8-BD14-422D-A55A-A33196A8B5DF}" srcOrd="1" destOrd="0" presId="urn:microsoft.com/office/officeart/2005/8/layout/chevron2"/>
    <dgm:cxn modelId="{3B9AC2A7-B0DE-4D29-9D62-73D98615DEFC}" type="presParOf" srcId="{20518A64-A06B-44A6-9604-D265F896E011}" destId="{F1A019C4-1C99-4C70-A705-190B2C9FEADA}" srcOrd="1" destOrd="0" presId="urn:microsoft.com/office/officeart/2005/8/layout/chevron2"/>
    <dgm:cxn modelId="{F8288739-66CF-4000-B644-AE7BC0579095}" type="presParOf" srcId="{20518A64-A06B-44A6-9604-D265F896E011}" destId="{49B67237-68CF-430F-A824-B1071C387A5A}" srcOrd="2" destOrd="0" presId="urn:microsoft.com/office/officeart/2005/8/layout/chevron2"/>
    <dgm:cxn modelId="{DB5DE1EF-7225-47AA-B6BE-9711BBBDE045}" type="presParOf" srcId="{49B67237-68CF-430F-A824-B1071C387A5A}" destId="{3BF40106-E5F9-428D-BE1E-24403AEA8B68}" srcOrd="0" destOrd="0" presId="urn:microsoft.com/office/officeart/2005/8/layout/chevron2"/>
    <dgm:cxn modelId="{48DDCFDE-C2C0-4CFE-BDAF-DC8E1BC7A30F}" type="presParOf" srcId="{49B67237-68CF-430F-A824-B1071C387A5A}" destId="{F8EB865C-B551-4257-9AB2-AFF02415CA8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BD5CC5-013C-4C4C-AEBE-FBF2B5B3CD8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E893863-9C1C-4141-97A0-1DA9AD4DB6E3}">
      <dgm:prSet/>
      <dgm:spPr/>
      <dgm:t>
        <a:bodyPr/>
        <a:lstStyle/>
        <a:p>
          <a:r>
            <a:rPr lang="en-US"/>
            <a:t>sealed: </a:t>
          </a:r>
          <a:r>
            <a:rPr lang="ko-KR"/>
            <a:t>상속 받을 수 없는 </a:t>
          </a:r>
          <a:r>
            <a:rPr lang="en-US"/>
            <a:t>class</a:t>
          </a:r>
        </a:p>
      </dgm:t>
    </dgm:pt>
    <dgm:pt modelId="{C11811AF-AEC1-4A3B-8442-6F49776AE415}" type="parTrans" cxnId="{3F6CB5EE-5693-4036-AA22-71B55DCE91A0}">
      <dgm:prSet/>
      <dgm:spPr/>
      <dgm:t>
        <a:bodyPr/>
        <a:lstStyle/>
        <a:p>
          <a:endParaRPr lang="en-US"/>
        </a:p>
      </dgm:t>
    </dgm:pt>
    <dgm:pt modelId="{0E7E04AA-27DC-418F-BCED-240B942DA5BA}" type="sibTrans" cxnId="{3F6CB5EE-5693-4036-AA22-71B55DCE91A0}">
      <dgm:prSet/>
      <dgm:spPr/>
      <dgm:t>
        <a:bodyPr/>
        <a:lstStyle/>
        <a:p>
          <a:endParaRPr lang="en-US"/>
        </a:p>
      </dgm:t>
    </dgm:pt>
    <dgm:pt modelId="{E4F04650-F6E3-4323-B877-6E6BAB6CA365}">
      <dgm:prSet/>
      <dgm:spPr/>
      <dgm:t>
        <a:bodyPr/>
        <a:lstStyle/>
        <a:p>
          <a:r>
            <a:rPr lang="en-US"/>
            <a:t>partial:</a:t>
          </a:r>
          <a:r>
            <a:rPr lang="ko-KR"/>
            <a:t> </a:t>
          </a:r>
          <a:r>
            <a:rPr lang="en-US"/>
            <a:t>class</a:t>
          </a:r>
          <a:r>
            <a:rPr lang="ko-KR"/>
            <a:t> 정의가 여러 파일에 분리됨</a:t>
          </a:r>
          <a:r>
            <a:rPr lang="en-US"/>
            <a:t>; namespace</a:t>
          </a:r>
          <a:r>
            <a:rPr lang="ko-KR"/>
            <a:t>는 같아야 함</a:t>
          </a:r>
          <a:endParaRPr lang="en-US"/>
        </a:p>
      </dgm:t>
    </dgm:pt>
    <dgm:pt modelId="{0C45956C-64C2-486B-B664-82C030056C26}" type="parTrans" cxnId="{7324E053-66A7-463B-BB32-C6AF94D94199}">
      <dgm:prSet/>
      <dgm:spPr/>
      <dgm:t>
        <a:bodyPr/>
        <a:lstStyle/>
        <a:p>
          <a:endParaRPr lang="en-US"/>
        </a:p>
      </dgm:t>
    </dgm:pt>
    <dgm:pt modelId="{CBEB5C5D-BAD9-4E9B-8090-0C7B732FDBDC}" type="sibTrans" cxnId="{7324E053-66A7-463B-BB32-C6AF94D94199}">
      <dgm:prSet/>
      <dgm:spPr/>
      <dgm:t>
        <a:bodyPr/>
        <a:lstStyle/>
        <a:p>
          <a:endParaRPr lang="en-US"/>
        </a:p>
      </dgm:t>
    </dgm:pt>
    <dgm:pt modelId="{0D00A2D7-79A7-4D9A-8EE7-16F11B8FD793}" type="pres">
      <dgm:prSet presAssocID="{73BD5CC5-013C-4C4C-AEBE-FBF2B5B3CD8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C5001F7-FD50-42AE-93CD-009978C11314}" type="pres">
      <dgm:prSet presAssocID="{AE893863-9C1C-4141-97A0-1DA9AD4DB6E3}" presName="hierRoot1" presStyleCnt="0"/>
      <dgm:spPr/>
    </dgm:pt>
    <dgm:pt modelId="{199C6AF8-E0B0-4F6F-A613-763B8B6CA62F}" type="pres">
      <dgm:prSet presAssocID="{AE893863-9C1C-4141-97A0-1DA9AD4DB6E3}" presName="composite" presStyleCnt="0"/>
      <dgm:spPr/>
    </dgm:pt>
    <dgm:pt modelId="{665BDDEB-6F27-497C-93E8-8B00AFF8E887}" type="pres">
      <dgm:prSet presAssocID="{AE893863-9C1C-4141-97A0-1DA9AD4DB6E3}" presName="background" presStyleLbl="node0" presStyleIdx="0" presStyleCnt="2"/>
      <dgm:spPr/>
    </dgm:pt>
    <dgm:pt modelId="{958E14A7-BC0C-4F5C-B45E-D6C34E696801}" type="pres">
      <dgm:prSet presAssocID="{AE893863-9C1C-4141-97A0-1DA9AD4DB6E3}" presName="text" presStyleLbl="fgAcc0" presStyleIdx="0" presStyleCnt="2">
        <dgm:presLayoutVars>
          <dgm:chPref val="3"/>
        </dgm:presLayoutVars>
      </dgm:prSet>
      <dgm:spPr/>
    </dgm:pt>
    <dgm:pt modelId="{4BEA3BB9-8EC5-4E78-9BA2-95AFBC396FE3}" type="pres">
      <dgm:prSet presAssocID="{AE893863-9C1C-4141-97A0-1DA9AD4DB6E3}" presName="hierChild2" presStyleCnt="0"/>
      <dgm:spPr/>
    </dgm:pt>
    <dgm:pt modelId="{7810F94E-E36B-4FC1-8098-83FD3CD0F61B}" type="pres">
      <dgm:prSet presAssocID="{E4F04650-F6E3-4323-B877-6E6BAB6CA365}" presName="hierRoot1" presStyleCnt="0"/>
      <dgm:spPr/>
    </dgm:pt>
    <dgm:pt modelId="{EF6D4358-E2F3-4D43-9BB3-87FA4E1E9902}" type="pres">
      <dgm:prSet presAssocID="{E4F04650-F6E3-4323-B877-6E6BAB6CA365}" presName="composite" presStyleCnt="0"/>
      <dgm:spPr/>
    </dgm:pt>
    <dgm:pt modelId="{9717371E-2EDA-4364-A2DC-6FAA83AC32AA}" type="pres">
      <dgm:prSet presAssocID="{E4F04650-F6E3-4323-B877-6E6BAB6CA365}" presName="background" presStyleLbl="node0" presStyleIdx="1" presStyleCnt="2"/>
      <dgm:spPr/>
    </dgm:pt>
    <dgm:pt modelId="{2EE0088A-CEE4-44BD-9871-937B14FCF0AB}" type="pres">
      <dgm:prSet presAssocID="{E4F04650-F6E3-4323-B877-6E6BAB6CA365}" presName="text" presStyleLbl="fgAcc0" presStyleIdx="1" presStyleCnt="2">
        <dgm:presLayoutVars>
          <dgm:chPref val="3"/>
        </dgm:presLayoutVars>
      </dgm:prSet>
      <dgm:spPr/>
    </dgm:pt>
    <dgm:pt modelId="{DEDC047B-6A3B-4A57-BFB4-FE8D78945A9D}" type="pres">
      <dgm:prSet presAssocID="{E4F04650-F6E3-4323-B877-6E6BAB6CA365}" presName="hierChild2" presStyleCnt="0"/>
      <dgm:spPr/>
    </dgm:pt>
  </dgm:ptLst>
  <dgm:cxnLst>
    <dgm:cxn modelId="{E074AA46-0A16-4559-9ECC-15B93DDAD02C}" type="presOf" srcId="{E4F04650-F6E3-4323-B877-6E6BAB6CA365}" destId="{2EE0088A-CEE4-44BD-9871-937B14FCF0AB}" srcOrd="0" destOrd="0" presId="urn:microsoft.com/office/officeart/2005/8/layout/hierarchy1"/>
    <dgm:cxn modelId="{7324E053-66A7-463B-BB32-C6AF94D94199}" srcId="{73BD5CC5-013C-4C4C-AEBE-FBF2B5B3CD8C}" destId="{E4F04650-F6E3-4323-B877-6E6BAB6CA365}" srcOrd="1" destOrd="0" parTransId="{0C45956C-64C2-486B-B664-82C030056C26}" sibTransId="{CBEB5C5D-BAD9-4E9B-8090-0C7B732FDBDC}"/>
    <dgm:cxn modelId="{E644F2AD-CA93-4931-AA73-FC56177638B0}" type="presOf" srcId="{AE893863-9C1C-4141-97A0-1DA9AD4DB6E3}" destId="{958E14A7-BC0C-4F5C-B45E-D6C34E696801}" srcOrd="0" destOrd="0" presId="urn:microsoft.com/office/officeart/2005/8/layout/hierarchy1"/>
    <dgm:cxn modelId="{BDC064BC-2E07-426F-9BAB-77C8F05B3357}" type="presOf" srcId="{73BD5CC5-013C-4C4C-AEBE-FBF2B5B3CD8C}" destId="{0D00A2D7-79A7-4D9A-8EE7-16F11B8FD793}" srcOrd="0" destOrd="0" presId="urn:microsoft.com/office/officeart/2005/8/layout/hierarchy1"/>
    <dgm:cxn modelId="{3F6CB5EE-5693-4036-AA22-71B55DCE91A0}" srcId="{73BD5CC5-013C-4C4C-AEBE-FBF2B5B3CD8C}" destId="{AE893863-9C1C-4141-97A0-1DA9AD4DB6E3}" srcOrd="0" destOrd="0" parTransId="{C11811AF-AEC1-4A3B-8442-6F49776AE415}" sibTransId="{0E7E04AA-27DC-418F-BCED-240B942DA5BA}"/>
    <dgm:cxn modelId="{509EED92-3206-447B-AF29-6CACCE2680AB}" type="presParOf" srcId="{0D00A2D7-79A7-4D9A-8EE7-16F11B8FD793}" destId="{CC5001F7-FD50-42AE-93CD-009978C11314}" srcOrd="0" destOrd="0" presId="urn:microsoft.com/office/officeart/2005/8/layout/hierarchy1"/>
    <dgm:cxn modelId="{5EFA789D-23A5-4D5C-8B65-E95D100E620D}" type="presParOf" srcId="{CC5001F7-FD50-42AE-93CD-009978C11314}" destId="{199C6AF8-E0B0-4F6F-A613-763B8B6CA62F}" srcOrd="0" destOrd="0" presId="urn:microsoft.com/office/officeart/2005/8/layout/hierarchy1"/>
    <dgm:cxn modelId="{2A7A79A2-092A-478A-9B89-107C96E66649}" type="presParOf" srcId="{199C6AF8-E0B0-4F6F-A613-763B8B6CA62F}" destId="{665BDDEB-6F27-497C-93E8-8B00AFF8E887}" srcOrd="0" destOrd="0" presId="urn:microsoft.com/office/officeart/2005/8/layout/hierarchy1"/>
    <dgm:cxn modelId="{15BB01CF-20C7-410F-984D-E849443C6245}" type="presParOf" srcId="{199C6AF8-E0B0-4F6F-A613-763B8B6CA62F}" destId="{958E14A7-BC0C-4F5C-B45E-D6C34E696801}" srcOrd="1" destOrd="0" presId="urn:microsoft.com/office/officeart/2005/8/layout/hierarchy1"/>
    <dgm:cxn modelId="{0CCCE8BA-662B-48FB-BFB2-5C5E8AAE1225}" type="presParOf" srcId="{CC5001F7-FD50-42AE-93CD-009978C11314}" destId="{4BEA3BB9-8EC5-4E78-9BA2-95AFBC396FE3}" srcOrd="1" destOrd="0" presId="urn:microsoft.com/office/officeart/2005/8/layout/hierarchy1"/>
    <dgm:cxn modelId="{0C9D11E9-67BF-40C5-A5A4-A88BB79AE35F}" type="presParOf" srcId="{0D00A2D7-79A7-4D9A-8EE7-16F11B8FD793}" destId="{7810F94E-E36B-4FC1-8098-83FD3CD0F61B}" srcOrd="1" destOrd="0" presId="urn:microsoft.com/office/officeart/2005/8/layout/hierarchy1"/>
    <dgm:cxn modelId="{5A28A4B3-4A9C-4F65-9AC3-0AA0222A58AA}" type="presParOf" srcId="{7810F94E-E36B-4FC1-8098-83FD3CD0F61B}" destId="{EF6D4358-E2F3-4D43-9BB3-87FA4E1E9902}" srcOrd="0" destOrd="0" presId="urn:microsoft.com/office/officeart/2005/8/layout/hierarchy1"/>
    <dgm:cxn modelId="{41ADF53E-564C-4D7E-BFB6-49EC04C6D126}" type="presParOf" srcId="{EF6D4358-E2F3-4D43-9BB3-87FA4E1E9902}" destId="{9717371E-2EDA-4364-A2DC-6FAA83AC32AA}" srcOrd="0" destOrd="0" presId="urn:microsoft.com/office/officeart/2005/8/layout/hierarchy1"/>
    <dgm:cxn modelId="{1F67326B-31F5-4A2C-8084-C4F49D2C6D26}" type="presParOf" srcId="{EF6D4358-E2F3-4D43-9BB3-87FA4E1E9902}" destId="{2EE0088A-CEE4-44BD-9871-937B14FCF0AB}" srcOrd="1" destOrd="0" presId="urn:microsoft.com/office/officeart/2005/8/layout/hierarchy1"/>
    <dgm:cxn modelId="{5A9D5E89-8A91-4505-82F8-2E3C23A7C118}" type="presParOf" srcId="{7810F94E-E36B-4FC1-8098-83FD3CD0F61B}" destId="{DEDC047B-6A3B-4A57-BFB4-FE8D78945A9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A0B405-6ED1-498C-AFEC-D2E02FA1DB79}">
      <dsp:nvSpPr>
        <dsp:cNvPr id="0" name=""/>
        <dsp:cNvSpPr/>
      </dsp:nvSpPr>
      <dsp:spPr>
        <a:xfrm>
          <a:off x="1283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C++: var&amp; x</a:t>
          </a:r>
        </a:p>
      </dsp:txBody>
      <dsp:txXfrm>
        <a:off x="45271" y="328831"/>
        <a:ext cx="2915747" cy="1413885"/>
      </dsp:txXfrm>
    </dsp:sp>
    <dsp:sp modelId="{9A67686C-1BD1-4CD0-B27C-10FD1BF40336}">
      <dsp:nvSpPr>
        <dsp:cNvPr id="0" name=""/>
        <dsp:cNvSpPr/>
      </dsp:nvSpPr>
      <dsp:spPr>
        <a:xfrm>
          <a:off x="3755938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ref var x</a:t>
          </a:r>
        </a:p>
      </dsp:txBody>
      <dsp:txXfrm>
        <a:off x="3799926" y="328831"/>
        <a:ext cx="2915747" cy="1413885"/>
      </dsp:txXfrm>
    </dsp:sp>
    <dsp:sp modelId="{F30730F3-2E91-4A1A-AE3B-1EF295110B61}">
      <dsp:nvSpPr>
        <dsp:cNvPr id="0" name=""/>
        <dsp:cNvSpPr/>
      </dsp:nvSpPr>
      <dsp:spPr>
        <a:xfrm>
          <a:off x="7510592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</a:t>
          </a:r>
          <a:r>
            <a:rPr lang="ko-KR" sz="2200" kern="1200"/>
            <a:t>에서는 입력과 출력 </a:t>
          </a:r>
          <a:r>
            <a:rPr lang="en-US" sz="2200" kern="1200"/>
            <a:t>reference</a:t>
          </a:r>
          <a:r>
            <a:rPr lang="ko-KR" sz="2200" kern="1200"/>
            <a:t>를 </a:t>
          </a:r>
          <a:r>
            <a:rPr lang="en-US" sz="2200" kern="1200"/>
            <a:t>in, out</a:t>
          </a:r>
          <a:r>
            <a:rPr lang="ko-KR" sz="2200" kern="1200"/>
            <a:t>으로 구분 가능함</a:t>
          </a:r>
          <a:endParaRPr lang="en-US" sz="2200" kern="1200"/>
        </a:p>
      </dsp:txBody>
      <dsp:txXfrm>
        <a:off x="7554580" y="328831"/>
        <a:ext cx="2915747" cy="1413885"/>
      </dsp:txXfrm>
    </dsp:sp>
    <dsp:sp modelId="{FE794705-6244-4BAF-8545-D97E143BF368}">
      <dsp:nvSpPr>
        <dsp:cNvPr id="0" name=""/>
        <dsp:cNvSpPr/>
      </dsp:nvSpPr>
      <dsp:spPr>
        <a:xfrm>
          <a:off x="7810965" y="1786705"/>
          <a:ext cx="300372" cy="11263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6396"/>
              </a:lnTo>
              <a:lnTo>
                <a:pt x="300372" y="112639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BCE51-5FB3-4A25-BDDF-5B5B4CA3DAF0}">
      <dsp:nvSpPr>
        <dsp:cNvPr id="0" name=""/>
        <dsp:cNvSpPr/>
      </dsp:nvSpPr>
      <dsp:spPr>
        <a:xfrm>
          <a:off x="8111337" y="2162170"/>
          <a:ext cx="2402978" cy="15018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in, out </a:t>
          </a:r>
          <a:r>
            <a:rPr lang="ko-KR" sz="1600" kern="1200"/>
            <a:t>대신 </a:t>
          </a:r>
          <a:r>
            <a:rPr lang="en-US" sz="1600" kern="1200"/>
            <a:t>ref</a:t>
          </a:r>
          <a:r>
            <a:rPr lang="ko-KR" sz="1600" kern="1200"/>
            <a:t>를 쓸 수 있지만</a:t>
          </a:r>
          <a:r>
            <a:rPr lang="en-US" sz="1600" kern="1200"/>
            <a:t>, ref</a:t>
          </a:r>
          <a:r>
            <a:rPr lang="ko-KR" sz="1600" kern="1200"/>
            <a:t>는 입출력에 모두 적용 가능하여 입출력이 구분되지 않음</a:t>
          </a:r>
          <a:endParaRPr lang="en-US" sz="1600" kern="1200"/>
        </a:p>
      </dsp:txBody>
      <dsp:txXfrm>
        <a:off x="8155325" y="2206158"/>
        <a:ext cx="2315002" cy="141388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95717E-A47B-463A-AA08-8226041569A1}">
      <dsp:nvSpPr>
        <dsp:cNvPr id="0" name=""/>
        <dsp:cNvSpPr/>
      </dsp:nvSpPr>
      <dsp:spPr>
        <a:xfrm rot="5400000">
          <a:off x="-446660" y="448491"/>
          <a:ext cx="2977737" cy="2084416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/>
            <a:t>상속 받은 </a:t>
          </a:r>
          <a:r>
            <a:rPr lang="en-US" sz="1300" kern="1200"/>
            <a:t>class</a:t>
          </a:r>
          <a:r>
            <a:rPr lang="ko-KR" sz="1300" kern="1200"/>
            <a:t>에서 특정 메소드를 반드시 구현하도록 강제하는 </a:t>
          </a:r>
          <a:r>
            <a:rPr lang="en-US" sz="1300" kern="1200"/>
            <a:t>class</a:t>
          </a:r>
        </a:p>
      </dsp:txBody>
      <dsp:txXfrm rot="-5400000">
        <a:off x="1" y="1044038"/>
        <a:ext cx="2084416" cy="893321"/>
      </dsp:txXfrm>
    </dsp:sp>
    <dsp:sp modelId="{800A16A8-BD14-422D-A55A-A33196A8B5DF}">
      <dsp:nvSpPr>
        <dsp:cNvPr id="0" name=""/>
        <dsp:cNvSpPr/>
      </dsp:nvSpPr>
      <dsp:spPr>
        <a:xfrm rot="5400000">
          <a:off x="2980007" y="-893760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부모 </a:t>
          </a:r>
          <a:r>
            <a:rPr lang="en-US" sz="1500" kern="1200"/>
            <a:t>class: </a:t>
          </a:r>
          <a:r>
            <a:rPr lang="ko-KR" sz="1500" kern="1200"/>
            <a:t>강제할 메소드에 </a:t>
          </a:r>
          <a:r>
            <a:rPr lang="en-US" sz="1500" kern="1200"/>
            <a:t>abstract</a:t>
          </a:r>
          <a:r>
            <a:rPr lang="ko-KR" sz="1500" kern="1200"/>
            <a:t>로 표시</a:t>
          </a:r>
          <a:endParaRPr lang="en-US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자식 </a:t>
          </a:r>
          <a:r>
            <a:rPr lang="en-US" sz="1500" kern="1200"/>
            <a:t>class: </a:t>
          </a:r>
          <a:r>
            <a:rPr lang="ko-KR" sz="1500" kern="1200"/>
            <a:t>구현할 메소드에 </a:t>
          </a:r>
          <a:r>
            <a:rPr lang="en-US" sz="1500" kern="1200"/>
            <a:t>override</a:t>
          </a:r>
          <a:r>
            <a:rPr lang="ko-KR" sz="1500" kern="1200"/>
            <a:t>로 표시</a:t>
          </a:r>
          <a:r>
            <a:rPr lang="en-US" sz="1500" kern="1200"/>
            <a:t>; </a:t>
          </a:r>
          <a:r>
            <a:rPr lang="ko-KR" sz="1500" kern="1200"/>
            <a:t>자식의 자식으로 구현을 넘길 때는 </a:t>
          </a:r>
          <a:r>
            <a:rPr lang="en-US" sz="1500" kern="1200"/>
            <a:t>abstract</a:t>
          </a:r>
          <a:r>
            <a:rPr lang="ko-KR" sz="1500" kern="1200"/>
            <a:t>를 다시 표시</a:t>
          </a:r>
          <a:endParaRPr lang="en-US" sz="1500" kern="1200"/>
        </a:p>
      </dsp:txBody>
      <dsp:txXfrm rot="-5400000">
        <a:off x="2084417" y="96315"/>
        <a:ext cx="3632226" cy="1746559"/>
      </dsp:txXfrm>
    </dsp:sp>
    <dsp:sp modelId="{3BF40106-E5F9-428D-BE1E-24403AEA8B68}">
      <dsp:nvSpPr>
        <dsp:cNvPr id="0" name=""/>
        <dsp:cNvSpPr/>
      </dsp:nvSpPr>
      <dsp:spPr>
        <a:xfrm rot="5400000">
          <a:off x="-446660" y="3145311"/>
          <a:ext cx="2977737" cy="208441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 dirty="0"/>
            <a:t>나머지는 일반적인 </a:t>
          </a:r>
          <a:r>
            <a:rPr lang="en-US" sz="1300" kern="1200" dirty="0"/>
            <a:t>class</a:t>
          </a:r>
          <a:r>
            <a:rPr lang="ko-KR" sz="1300" kern="1200" dirty="0"/>
            <a:t>와 동일</a:t>
          </a:r>
          <a:endParaRPr lang="en-US" sz="1300" kern="1200" dirty="0"/>
        </a:p>
      </dsp:txBody>
      <dsp:txXfrm rot="-5400000">
        <a:off x="1" y="3740858"/>
        <a:ext cx="2084416" cy="893321"/>
      </dsp:txXfrm>
    </dsp:sp>
    <dsp:sp modelId="{F8EB865C-B551-4257-9AB2-AFF02415CA89}">
      <dsp:nvSpPr>
        <dsp:cNvPr id="0" name=""/>
        <dsp:cNvSpPr/>
      </dsp:nvSpPr>
      <dsp:spPr>
        <a:xfrm rot="5400000">
          <a:off x="2980007" y="1803059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500" kern="1200" dirty="0"/>
            <a:t>일반 메소드와 필드를 모두 가질 수 있음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Abstract class</a:t>
          </a:r>
          <a:r>
            <a:rPr lang="ko-KR" altLang="en-US" sz="1500" kern="1200" dirty="0"/>
            <a:t>는 인스턴스를 가질 수 없음</a:t>
          </a:r>
          <a:endParaRPr lang="en-US" sz="1500" kern="1200" dirty="0"/>
        </a:p>
      </dsp:txBody>
      <dsp:txXfrm rot="-5400000">
        <a:off x="2084417" y="2793135"/>
        <a:ext cx="3632226" cy="17465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5BDDEB-6F27-497C-93E8-8B00AFF8E887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8E14A7-BC0C-4F5C-B45E-D6C34E696801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sealed: </a:t>
          </a:r>
          <a:r>
            <a:rPr lang="ko-KR" sz="3200" kern="1200"/>
            <a:t>상속 받을 수 없는 </a:t>
          </a:r>
          <a:r>
            <a:rPr lang="en-US" sz="3200" kern="1200"/>
            <a:t>class</a:t>
          </a:r>
        </a:p>
      </dsp:txBody>
      <dsp:txXfrm>
        <a:off x="608661" y="692298"/>
        <a:ext cx="4508047" cy="2799040"/>
      </dsp:txXfrm>
    </dsp:sp>
    <dsp:sp modelId="{9717371E-2EDA-4364-A2DC-6FAA83AC32AA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0088A-CEE4-44BD-9871-937B14FCF0A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partial:</a:t>
          </a:r>
          <a:r>
            <a:rPr lang="ko-KR" sz="3200" kern="1200"/>
            <a:t> </a:t>
          </a:r>
          <a:r>
            <a:rPr lang="en-US" sz="3200" kern="1200"/>
            <a:t>class</a:t>
          </a:r>
          <a:r>
            <a:rPr lang="ko-KR" sz="3200" kern="1200"/>
            <a:t> 정의가 여러 파일에 분리됨</a:t>
          </a:r>
          <a:r>
            <a:rPr lang="en-US" sz="3200" kern="1200"/>
            <a:t>; namespace</a:t>
          </a:r>
          <a:r>
            <a:rPr lang="ko-KR" sz="3200" kern="1200"/>
            <a:t>는 같아야 함</a:t>
          </a:r>
          <a:endParaRPr lang="en-US" sz="3200" kern="1200"/>
        </a:p>
      </dsp:txBody>
      <dsp:txXfrm>
        <a:off x="6331365" y="692298"/>
        <a:ext cx="4508047" cy="27990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809950"/>
              </p:ext>
            </p:extLst>
          </p:nvPr>
        </p:nvGraphicFramePr>
        <p:xfrm>
          <a:off x="498764" y="2817304"/>
          <a:ext cx="11443854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121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2199321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754441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struct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class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value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reference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7434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3300" dirty="0"/>
                        <a:t>자식</a:t>
                      </a:r>
                      <a:r>
                        <a:rPr lang="en-US" altLang="ko-KR" sz="3300" dirty="0"/>
                        <a:t>, </a:t>
                      </a:r>
                      <a:r>
                        <a:rPr lang="ko-KR" altLang="en-US" sz="3300" dirty="0"/>
                        <a:t>손자 등등 지속적인 상속 가능</a:t>
                      </a:r>
                      <a:endParaRPr lang="en-US" altLang="ko-KR" sz="33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3300" dirty="0"/>
                        <a:t>class</a:t>
                      </a:r>
                      <a:r>
                        <a:rPr lang="ko-KR" altLang="en-US" sz="3300" dirty="0"/>
                        <a:t>로 다중 상속은 불가능</a:t>
                      </a:r>
                      <a:r>
                        <a:rPr lang="en-US" altLang="ko-KR" sz="3300" dirty="0"/>
                        <a:t>; </a:t>
                      </a:r>
                      <a:r>
                        <a:rPr lang="ko-KR" altLang="en-US" sz="3300" dirty="0"/>
                        <a:t>대신 </a:t>
                      </a:r>
                      <a:r>
                        <a:rPr lang="en-US" altLang="ko-KR" sz="3300" dirty="0"/>
                        <a:t>interface</a:t>
                      </a:r>
                      <a:r>
                        <a:rPr lang="ko-KR" altLang="en-US" sz="3300" dirty="0"/>
                        <a:t>로는 가능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AEBBC4-21DF-FB5A-C67E-9A61BBF7B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5400"/>
              <a:t>Reference</a:t>
            </a:r>
            <a:r>
              <a:rPr lang="ko-KR" altLang="en-US" sz="5400"/>
              <a:t>로 메소드 입력 전달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24915554-AF00-B52F-BB12-2CD515852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6073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144B01-8F7E-C93F-4A0E-712770F22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681134"/>
              </p:ext>
            </p:extLst>
          </p:nvPr>
        </p:nvGraphicFramePr>
        <p:xfrm>
          <a:off x="1684867" y="4288327"/>
          <a:ext cx="5141383" cy="2215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168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ref var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out var x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const 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900" dirty="0"/>
                        <a:t>in var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5267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A70738-2C6E-BA9F-480E-4A35C0831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ko-KR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멤버 접근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D9CCD8A-C58B-DCA4-5987-D5424A3162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593421"/>
              </p:ext>
            </p:extLst>
          </p:nvPr>
        </p:nvGraphicFramePr>
        <p:xfrm>
          <a:off x="898053" y="1966293"/>
          <a:ext cx="10395895" cy="445216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091567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709498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359483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b="1">
                          <a:solidFill>
                            <a:srgbClr val="FFFFFF"/>
                          </a:solidFill>
                        </a:rPr>
                        <a:t>C++</a:t>
                      </a:r>
                      <a:endParaRPr lang="ko-KR" altLang="en-US" sz="3200" b="1">
                        <a:solidFill>
                          <a:srgbClr val="FFFFFF"/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b="1">
                          <a:solidFill>
                            <a:srgbClr val="FFFFFF"/>
                          </a:solidFill>
                        </a:rPr>
                        <a:t>C#</a:t>
                      </a:r>
                      <a:endParaRPr lang="ko-KR" altLang="en-US" sz="3200" b="1">
                        <a:solidFill>
                          <a:srgbClr val="FFFFFF"/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instance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class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cls</a:t>
                      </a:r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::member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cls.member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namespace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nmsp</a:t>
                      </a:r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::member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nmsp.member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653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917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3DF3C-68E3-A1AB-8F7A-CB017650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상수 정의</a:t>
            </a:r>
            <a:r>
              <a:rPr lang="en-US" altLang="ko-KR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const, </a:t>
            </a:r>
            <a:r>
              <a:rPr lang="en-US" altLang="ko-KR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readonly</a:t>
            </a:r>
            <a:endParaRPr lang="en-US" altLang="ko-KR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EEE269-4F8B-74C8-0536-74D68E9B1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031943"/>
              </p:ext>
            </p:extLst>
          </p:nvPr>
        </p:nvGraphicFramePr>
        <p:xfrm>
          <a:off x="249383" y="2034791"/>
          <a:ext cx="11605009" cy="4516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28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626307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90617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2877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 dirty="0"/>
                        <a:t>속성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07596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const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변수를 상수로 변경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900" dirty="0"/>
                        <a:t>상수이면서 </a:t>
                      </a:r>
                      <a:r>
                        <a:rPr lang="en-US" altLang="ko-KR" sz="2900" dirty="0"/>
                        <a:t>static </a:t>
                      </a:r>
                      <a:r>
                        <a:rPr lang="ko-KR" altLang="en-US" sz="2900" dirty="0"/>
                        <a:t>성질까지 포함</a:t>
                      </a:r>
                      <a:r>
                        <a:rPr lang="en-US" altLang="ko-KR" sz="2900" dirty="0"/>
                        <a:t>; static</a:t>
                      </a:r>
                      <a:r>
                        <a:rPr lang="ko-KR" altLang="en-US" sz="2900" dirty="0"/>
                        <a:t>과 함께 </a:t>
                      </a:r>
                      <a:r>
                        <a:rPr lang="en-US" altLang="ko-KR" sz="2900" dirty="0"/>
                        <a:t>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900" dirty="0"/>
                        <a:t>선언에서 초기화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const (</a:t>
                      </a:r>
                      <a:r>
                        <a:rPr lang="en-US" altLang="ko-KR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C#) </a:t>
                      </a:r>
                      <a:r>
                        <a:rPr lang="ko-KR" altLang="en-US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≈</a:t>
                      </a:r>
                      <a:r>
                        <a:rPr lang="en-US" altLang="ko-KR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static </a:t>
                      </a:r>
                      <a:r>
                        <a:rPr lang="en-US" altLang="ko-KR" sz="2900" dirty="0"/>
                        <a:t>const (C++)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97033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readonly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-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C++</a:t>
                      </a:r>
                      <a:r>
                        <a:rPr lang="ko-KR" altLang="en-US" sz="2900" dirty="0"/>
                        <a:t>의 </a:t>
                      </a:r>
                      <a:r>
                        <a:rPr lang="en-US" altLang="ko-KR" sz="2900" dirty="0"/>
                        <a:t>const</a:t>
                      </a:r>
                      <a:r>
                        <a:rPr lang="ko-KR" altLang="en-US" sz="2900" dirty="0"/>
                        <a:t>와 </a:t>
                      </a:r>
                      <a:r>
                        <a:rPr lang="ko-KR" altLang="en-US" sz="2900" dirty="0" err="1"/>
                        <a:t>비슷</a:t>
                      </a:r>
                      <a:r>
                        <a:rPr lang="en-US" altLang="ko-KR" sz="2900" dirty="0"/>
                        <a:t>;</a:t>
                      </a:r>
                      <a:r>
                        <a:rPr lang="ko-KR" altLang="en-US" sz="2900" dirty="0"/>
                        <a:t> 선언이나 생성자에서 초기화 가능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static </a:t>
                      </a:r>
                      <a:r>
                        <a:rPr lang="en-US" altLang="ko-KR" sz="2900" dirty="0" err="1"/>
                        <a:t>readonly</a:t>
                      </a:r>
                      <a:r>
                        <a:rPr lang="en-US" altLang="ko-KR" sz="2900" dirty="0"/>
                        <a:t> </a:t>
                      </a:r>
                      <a:r>
                        <a:rPr lang="ko-KR" altLang="en-US" sz="2900" dirty="0"/>
                        <a:t>가능</a:t>
                      </a:r>
                      <a:r>
                        <a:rPr lang="en-US" altLang="ko-KR" sz="2900" dirty="0"/>
                        <a:t>: static </a:t>
                      </a:r>
                      <a:r>
                        <a:rPr lang="ko-KR" altLang="en-US" sz="2900" dirty="0"/>
                        <a:t>생성자에서 초기화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712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9EA877-CA4B-9FE6-7F07-0D61EC574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Override(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번복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 vs Upcasting(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상향 선정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2587CC-AFAB-A450-976D-A9D2BFDE5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953267"/>
              </p:ext>
            </p:extLst>
          </p:nvPr>
        </p:nvGraphicFramePr>
        <p:xfrm>
          <a:off x="406400" y="2633473"/>
          <a:ext cx="11331787" cy="2572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440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400809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486325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/>
                        <a:t>속성</a:t>
                      </a:r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C++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C#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override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-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new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upcasting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virtual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부모 메소드</a:t>
                      </a:r>
                      <a:r>
                        <a:rPr lang="en-US" altLang="ko-KR" sz="2800" dirty="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자식 메소드</a:t>
                      </a:r>
                      <a:r>
                        <a:rPr lang="en-US" altLang="ko-KR" sz="2800" dirty="0"/>
                        <a:t>: override</a:t>
                      </a:r>
                      <a:endParaRPr lang="ko-KR" altLang="en-US" sz="2800" dirty="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0783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D13C5C3-ED29-E6F4-37AC-4E83F2821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03" y="638175"/>
            <a:ext cx="5393267" cy="2027227"/>
          </a:xfrm>
        </p:spPr>
        <p:txBody>
          <a:bodyPr anchor="t">
            <a:normAutofit/>
          </a:bodyPr>
          <a:lstStyle/>
          <a:p>
            <a:r>
              <a:rPr lang="en-US" altLang="ko-KR" sz="5400" dirty="0">
                <a:solidFill>
                  <a:srgbClr val="FFFFFF"/>
                </a:solidFill>
              </a:rPr>
              <a:t>Abstract Class</a:t>
            </a:r>
            <a:br>
              <a:rPr lang="en-US" altLang="ko-KR" sz="5400" dirty="0">
                <a:solidFill>
                  <a:srgbClr val="FFFFFF"/>
                </a:solidFill>
              </a:rPr>
            </a:br>
            <a:r>
              <a:rPr lang="en-US" altLang="ko-KR" sz="5400" dirty="0">
                <a:solidFill>
                  <a:srgbClr val="FFFFFF"/>
                </a:solidFill>
              </a:rPr>
              <a:t>(</a:t>
            </a:r>
            <a:r>
              <a:rPr lang="ko-KR" altLang="en-US" sz="5400" dirty="0">
                <a:solidFill>
                  <a:srgbClr val="FFFFFF"/>
                </a:solidFill>
              </a:rPr>
              <a:t>추상 클래스</a:t>
            </a:r>
            <a:r>
              <a:rPr lang="en-US" altLang="ko-KR" sz="5400" dirty="0">
                <a:solidFill>
                  <a:srgbClr val="FFFFFF"/>
                </a:solidFill>
              </a:rPr>
              <a:t>)</a:t>
            </a:r>
            <a:endParaRPr lang="ko-KR" altLang="en-US" sz="5400" dirty="0">
              <a:solidFill>
                <a:srgbClr val="FFFFFF"/>
              </a:solidFill>
            </a:endParaRP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D365457A-60EA-E783-4E95-A47556481D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4942791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6641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6020F7-59D1-CCFE-9A38-B293BD1C5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ko-KR" altLang="en-US" sz="4000" dirty="0">
                <a:solidFill>
                  <a:srgbClr val="FFFFFF"/>
                </a:solidFill>
              </a:rPr>
              <a:t>다양한 상속 종류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33B13869-31F1-71AD-2E84-5AA0D0D6C4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250181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097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611</Words>
  <Application>Microsoft Office PowerPoint</Application>
  <PresentationFormat>와이드스크린</PresentationFormat>
  <Paragraphs>105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구조체, struct</vt:lpstr>
      <vt:lpstr>nullable</vt:lpstr>
      <vt:lpstr>C#의 문자 연산자</vt:lpstr>
      <vt:lpstr>Reference로 메소드 입력 전달</vt:lpstr>
      <vt:lpstr>멤버 접근</vt:lpstr>
      <vt:lpstr>상수 정의: const, readonly</vt:lpstr>
      <vt:lpstr>Override(번복) vs Upcasting(상향 선정)</vt:lpstr>
      <vt:lpstr>Abstract Class (추상 클래스)</vt:lpstr>
      <vt:lpstr>다양한 상속 종류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30</cp:revision>
  <dcterms:created xsi:type="dcterms:W3CDTF">2025-09-02T00:29:07Z</dcterms:created>
  <dcterms:modified xsi:type="dcterms:W3CDTF">2025-11-04T06:59:18Z</dcterms:modified>
</cp:coreProperties>
</file>