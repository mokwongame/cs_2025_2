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3" r:id="rId13"/>
    <p:sldId id="272" r:id="rId14"/>
    <p:sldId id="268" r:id="rId15"/>
    <p:sldId id="269" r:id="rId16"/>
    <p:sldId id="271" r:id="rId17"/>
    <p:sldId id="270" r:id="rId18"/>
    <p:sldId id="274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07252F-12FA-42B0-A780-04EF40512977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EB835F0-9916-4F0A-9815-5F06B7CC0161}">
      <dgm:prSet/>
      <dgm:spPr/>
      <dgm:t>
        <a:bodyPr/>
        <a:lstStyle/>
        <a:p>
          <a:r>
            <a:rPr lang="en-US"/>
            <a:t>C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C++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Java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C#</a:t>
          </a:r>
        </a:p>
      </dgm:t>
    </dgm:pt>
    <dgm:pt modelId="{52C136FF-724A-4620-9854-301BB31D5E04}" type="parTrans" cxnId="{E93443A1-BEB5-46B2-8A4D-513AA4B8CC9B}">
      <dgm:prSet/>
      <dgm:spPr/>
      <dgm:t>
        <a:bodyPr/>
        <a:lstStyle/>
        <a:p>
          <a:endParaRPr lang="en-US"/>
        </a:p>
      </dgm:t>
    </dgm:pt>
    <dgm:pt modelId="{D029BD15-D329-418E-B8C8-A6E9BBB73A0D}" type="sibTrans" cxnId="{E93443A1-BEB5-46B2-8A4D-513AA4B8CC9B}">
      <dgm:prSet/>
      <dgm:spPr/>
      <dgm:t>
        <a:bodyPr/>
        <a:lstStyle/>
        <a:p>
          <a:endParaRPr lang="en-US"/>
        </a:p>
      </dgm:t>
    </dgm:pt>
    <dgm:pt modelId="{341A3407-248E-434F-9DEE-4233053476A2}">
      <dgm:prSet/>
      <dgm:spPr/>
      <dgm:t>
        <a:bodyPr/>
        <a:lstStyle/>
        <a:p>
          <a:r>
            <a:rPr lang="en-US"/>
            <a:t>C++(</a:t>
          </a:r>
          <a:r>
            <a:rPr lang="ko-KR"/>
            <a:t>클래스 사용</a:t>
          </a:r>
          <a:r>
            <a:rPr lang="en-US"/>
            <a:t>)</a:t>
          </a:r>
        </a:p>
      </dgm:t>
    </dgm:pt>
    <dgm:pt modelId="{53148055-C4AA-4F6F-B276-D41E141C0C6E}" type="parTrans" cxnId="{B5746E76-3AF1-48ED-B4F1-3EB7383FBAF1}">
      <dgm:prSet/>
      <dgm:spPr/>
      <dgm:t>
        <a:bodyPr/>
        <a:lstStyle/>
        <a:p>
          <a:endParaRPr lang="en-US"/>
        </a:p>
      </dgm:t>
    </dgm:pt>
    <dgm:pt modelId="{AC27ADC0-3047-4CA8-A769-E8D55B373DB8}" type="sibTrans" cxnId="{B5746E76-3AF1-48ED-B4F1-3EB7383FBAF1}">
      <dgm:prSet/>
      <dgm:spPr/>
      <dgm:t>
        <a:bodyPr/>
        <a:lstStyle/>
        <a:p>
          <a:endParaRPr lang="en-US"/>
        </a:p>
      </dgm:t>
    </dgm:pt>
    <dgm:pt modelId="{04BA4B6E-8ACC-4E37-85BB-014B38C958E1}">
      <dgm:prSet/>
      <dgm:spPr/>
      <dgm:t>
        <a:bodyPr/>
        <a:lstStyle/>
        <a:p>
          <a:r>
            <a:rPr lang="ko-KR"/>
            <a:t>자바</a:t>
          </a:r>
          <a:r>
            <a:rPr lang="en-US"/>
            <a:t>(Java: </a:t>
          </a:r>
          <a:r>
            <a:rPr lang="ko-KR"/>
            <a:t>장치 독립적 프로그래밍</a:t>
          </a:r>
          <a:r>
            <a:rPr lang="en-US"/>
            <a:t>, </a:t>
          </a:r>
          <a:r>
            <a:rPr lang="ko-KR"/>
            <a:t>가상 머신 도입</a:t>
          </a:r>
          <a:r>
            <a:rPr lang="en-US"/>
            <a:t>)</a:t>
          </a:r>
        </a:p>
      </dgm:t>
    </dgm:pt>
    <dgm:pt modelId="{7483932A-319B-4A06-821A-7175BB155752}" type="parTrans" cxnId="{DC281D62-4145-4AD7-BBA6-53BAD05880E4}">
      <dgm:prSet/>
      <dgm:spPr/>
      <dgm:t>
        <a:bodyPr/>
        <a:lstStyle/>
        <a:p>
          <a:endParaRPr lang="en-US"/>
        </a:p>
      </dgm:t>
    </dgm:pt>
    <dgm:pt modelId="{CF28433F-63F5-4CE6-8F1E-C39D6CED6F78}" type="sibTrans" cxnId="{DC281D62-4145-4AD7-BBA6-53BAD05880E4}">
      <dgm:prSet/>
      <dgm:spPr/>
      <dgm:t>
        <a:bodyPr/>
        <a:lstStyle/>
        <a:p>
          <a:endParaRPr lang="en-US"/>
        </a:p>
      </dgm:t>
    </dgm:pt>
    <dgm:pt modelId="{F9A9C18E-DFDB-4877-BF6D-5BB0C041A425}">
      <dgm:prSet/>
      <dgm:spPr/>
      <dgm:t>
        <a:bodyPr/>
        <a:lstStyle/>
        <a:p>
          <a:r>
            <a:rPr lang="en-US"/>
            <a:t>C#: C++</a:t>
          </a:r>
          <a:r>
            <a:rPr lang="ko-KR"/>
            <a:t>을 이으면서 자바의 장점을 도입함</a:t>
          </a:r>
          <a:r>
            <a:rPr lang="en-US"/>
            <a:t>; </a:t>
          </a:r>
          <a:r>
            <a:rPr lang="ko-KR"/>
            <a:t>대신 문법이 </a:t>
          </a:r>
          <a:r>
            <a:rPr lang="en-US"/>
            <a:t>C++</a:t>
          </a:r>
          <a:r>
            <a:rPr lang="ko-KR"/>
            <a:t>과 비슷하면서도 달라서 </a:t>
          </a:r>
          <a:r>
            <a:rPr lang="ko-KR" b="1" u="sng"/>
            <a:t>주의 필요</a:t>
          </a:r>
          <a:endParaRPr lang="en-US"/>
        </a:p>
      </dgm:t>
    </dgm:pt>
    <dgm:pt modelId="{194A7B10-D568-48CE-87E0-30E4A2A9CB5F}" type="parTrans" cxnId="{F17F424C-E52D-44CA-A29B-9D3D06893D35}">
      <dgm:prSet/>
      <dgm:spPr/>
      <dgm:t>
        <a:bodyPr/>
        <a:lstStyle/>
        <a:p>
          <a:endParaRPr lang="en-US"/>
        </a:p>
      </dgm:t>
    </dgm:pt>
    <dgm:pt modelId="{12834918-72B7-4489-89FE-A42FD7BC315C}" type="sibTrans" cxnId="{F17F424C-E52D-44CA-A29B-9D3D06893D35}">
      <dgm:prSet/>
      <dgm:spPr/>
      <dgm:t>
        <a:bodyPr/>
        <a:lstStyle/>
        <a:p>
          <a:endParaRPr lang="en-US"/>
        </a:p>
      </dgm:t>
    </dgm:pt>
    <dgm:pt modelId="{A8A6E13E-E8AA-41EA-A46D-090412D000D1}" type="pres">
      <dgm:prSet presAssocID="{0307252F-12FA-42B0-A780-04EF40512977}" presName="linear" presStyleCnt="0">
        <dgm:presLayoutVars>
          <dgm:animLvl val="lvl"/>
          <dgm:resizeHandles val="exact"/>
        </dgm:presLayoutVars>
      </dgm:prSet>
      <dgm:spPr/>
    </dgm:pt>
    <dgm:pt modelId="{8CE47CA1-1DE7-4AD1-9D28-846CFE22F5A0}" type="pres">
      <dgm:prSet presAssocID="{5EB835F0-9916-4F0A-9815-5F06B7CC016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590C84B-4A4A-4C38-8F34-722ED3BF3C41}" type="pres">
      <dgm:prSet presAssocID="{D029BD15-D329-418E-B8C8-A6E9BBB73A0D}" presName="spacer" presStyleCnt="0"/>
      <dgm:spPr/>
    </dgm:pt>
    <dgm:pt modelId="{67C20225-C3B9-4052-8925-F1B032F2D3DB}" type="pres">
      <dgm:prSet presAssocID="{341A3407-248E-434F-9DEE-4233053476A2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D78DD8A-D12C-48EA-BA26-D43EE83CE743}" type="pres">
      <dgm:prSet presAssocID="{AC27ADC0-3047-4CA8-A769-E8D55B373DB8}" presName="spacer" presStyleCnt="0"/>
      <dgm:spPr/>
    </dgm:pt>
    <dgm:pt modelId="{E853503F-C0C1-4161-A036-16A4EC109E7E}" type="pres">
      <dgm:prSet presAssocID="{04BA4B6E-8ACC-4E37-85BB-014B38C958E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6F43784-E7F7-4790-B803-74286BC7F45C}" type="pres">
      <dgm:prSet presAssocID="{CF28433F-63F5-4CE6-8F1E-C39D6CED6F78}" presName="spacer" presStyleCnt="0"/>
      <dgm:spPr/>
    </dgm:pt>
    <dgm:pt modelId="{191D88DA-3B41-4450-A6A4-D09897A490C0}" type="pres">
      <dgm:prSet presAssocID="{F9A9C18E-DFDB-4877-BF6D-5BB0C041A425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4ABC928-12AE-40F4-A4A5-9ACF5B2FA614}" type="presOf" srcId="{341A3407-248E-434F-9DEE-4233053476A2}" destId="{67C20225-C3B9-4052-8925-F1B032F2D3DB}" srcOrd="0" destOrd="0" presId="urn:microsoft.com/office/officeart/2005/8/layout/vList2"/>
    <dgm:cxn modelId="{EF7C693D-5558-42F2-8171-558424CD7653}" type="presOf" srcId="{5EB835F0-9916-4F0A-9815-5F06B7CC0161}" destId="{8CE47CA1-1DE7-4AD1-9D28-846CFE22F5A0}" srcOrd="0" destOrd="0" presId="urn:microsoft.com/office/officeart/2005/8/layout/vList2"/>
    <dgm:cxn modelId="{DC281D62-4145-4AD7-BBA6-53BAD05880E4}" srcId="{0307252F-12FA-42B0-A780-04EF40512977}" destId="{04BA4B6E-8ACC-4E37-85BB-014B38C958E1}" srcOrd="2" destOrd="0" parTransId="{7483932A-319B-4A06-821A-7175BB155752}" sibTransId="{CF28433F-63F5-4CE6-8F1E-C39D6CED6F78}"/>
    <dgm:cxn modelId="{F17F424C-E52D-44CA-A29B-9D3D06893D35}" srcId="{0307252F-12FA-42B0-A780-04EF40512977}" destId="{F9A9C18E-DFDB-4877-BF6D-5BB0C041A425}" srcOrd="3" destOrd="0" parTransId="{194A7B10-D568-48CE-87E0-30E4A2A9CB5F}" sibTransId="{12834918-72B7-4489-89FE-A42FD7BC315C}"/>
    <dgm:cxn modelId="{E58FD474-B9AA-4F42-B33F-306F369BBE10}" type="presOf" srcId="{F9A9C18E-DFDB-4877-BF6D-5BB0C041A425}" destId="{191D88DA-3B41-4450-A6A4-D09897A490C0}" srcOrd="0" destOrd="0" presId="urn:microsoft.com/office/officeart/2005/8/layout/vList2"/>
    <dgm:cxn modelId="{B5746E76-3AF1-48ED-B4F1-3EB7383FBAF1}" srcId="{0307252F-12FA-42B0-A780-04EF40512977}" destId="{341A3407-248E-434F-9DEE-4233053476A2}" srcOrd="1" destOrd="0" parTransId="{53148055-C4AA-4F6F-B276-D41E141C0C6E}" sibTransId="{AC27ADC0-3047-4CA8-A769-E8D55B373DB8}"/>
    <dgm:cxn modelId="{6B0E717D-879B-4A38-9F66-E17E2062EDD8}" type="presOf" srcId="{0307252F-12FA-42B0-A780-04EF40512977}" destId="{A8A6E13E-E8AA-41EA-A46D-090412D000D1}" srcOrd="0" destOrd="0" presId="urn:microsoft.com/office/officeart/2005/8/layout/vList2"/>
    <dgm:cxn modelId="{47DBFC88-C2C5-4199-99E5-ED147D194EBE}" type="presOf" srcId="{04BA4B6E-8ACC-4E37-85BB-014B38C958E1}" destId="{E853503F-C0C1-4161-A036-16A4EC109E7E}" srcOrd="0" destOrd="0" presId="urn:microsoft.com/office/officeart/2005/8/layout/vList2"/>
    <dgm:cxn modelId="{E93443A1-BEB5-46B2-8A4D-513AA4B8CC9B}" srcId="{0307252F-12FA-42B0-A780-04EF40512977}" destId="{5EB835F0-9916-4F0A-9815-5F06B7CC0161}" srcOrd="0" destOrd="0" parTransId="{52C136FF-724A-4620-9854-301BB31D5E04}" sibTransId="{D029BD15-D329-418E-B8C8-A6E9BBB73A0D}"/>
    <dgm:cxn modelId="{6DD47D71-3C1E-442C-8403-0BCE47FC51CE}" type="presParOf" srcId="{A8A6E13E-E8AA-41EA-A46D-090412D000D1}" destId="{8CE47CA1-1DE7-4AD1-9D28-846CFE22F5A0}" srcOrd="0" destOrd="0" presId="urn:microsoft.com/office/officeart/2005/8/layout/vList2"/>
    <dgm:cxn modelId="{B24088C7-64E2-4E75-B425-19E7F4148BB8}" type="presParOf" srcId="{A8A6E13E-E8AA-41EA-A46D-090412D000D1}" destId="{C590C84B-4A4A-4C38-8F34-722ED3BF3C41}" srcOrd="1" destOrd="0" presId="urn:microsoft.com/office/officeart/2005/8/layout/vList2"/>
    <dgm:cxn modelId="{271AED04-692D-43EC-9DD1-2E80D9C38334}" type="presParOf" srcId="{A8A6E13E-E8AA-41EA-A46D-090412D000D1}" destId="{67C20225-C3B9-4052-8925-F1B032F2D3DB}" srcOrd="2" destOrd="0" presId="urn:microsoft.com/office/officeart/2005/8/layout/vList2"/>
    <dgm:cxn modelId="{B456B837-B4EF-4172-8D5F-3A92DE34701B}" type="presParOf" srcId="{A8A6E13E-E8AA-41EA-A46D-090412D000D1}" destId="{DD78DD8A-D12C-48EA-BA26-D43EE83CE743}" srcOrd="3" destOrd="0" presId="urn:microsoft.com/office/officeart/2005/8/layout/vList2"/>
    <dgm:cxn modelId="{B95301E0-A58D-4348-910A-E31868F670F6}" type="presParOf" srcId="{A8A6E13E-E8AA-41EA-A46D-090412D000D1}" destId="{E853503F-C0C1-4161-A036-16A4EC109E7E}" srcOrd="4" destOrd="0" presId="urn:microsoft.com/office/officeart/2005/8/layout/vList2"/>
    <dgm:cxn modelId="{1293FEBB-2FBD-422D-94A7-AFE828C70A5E}" type="presParOf" srcId="{A8A6E13E-E8AA-41EA-A46D-090412D000D1}" destId="{C6F43784-E7F7-4790-B803-74286BC7F45C}" srcOrd="5" destOrd="0" presId="urn:microsoft.com/office/officeart/2005/8/layout/vList2"/>
    <dgm:cxn modelId="{4E176670-CF24-4E9B-B175-8952DB95B688}" type="presParOf" srcId="{A8A6E13E-E8AA-41EA-A46D-090412D000D1}" destId="{191D88DA-3B41-4450-A6A4-D09897A490C0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297DC72-3674-440E-B165-7E427C9AC1D4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70DA11D1-D694-4321-93BC-E06B00832125}">
      <dgm:prSet/>
      <dgm:spPr/>
      <dgm:t>
        <a:bodyPr/>
        <a:lstStyle/>
        <a:p>
          <a:r>
            <a:rPr lang="ko-KR"/>
            <a:t>모든 자료형은 클래스로 구현</a:t>
          </a:r>
          <a:r>
            <a:rPr lang="en-US"/>
            <a:t>: value, reference</a:t>
          </a:r>
          <a:r>
            <a:rPr lang="ko-KR"/>
            <a:t>로 구분</a:t>
          </a:r>
          <a:endParaRPr lang="en-US"/>
        </a:p>
      </dgm:t>
    </dgm:pt>
    <dgm:pt modelId="{9A627D7B-C007-439B-884B-418C8EB9B85D}" type="parTrans" cxnId="{7937EB5C-FBEA-48CD-9438-A0E79448A24C}">
      <dgm:prSet/>
      <dgm:spPr/>
      <dgm:t>
        <a:bodyPr/>
        <a:lstStyle/>
        <a:p>
          <a:endParaRPr lang="en-US"/>
        </a:p>
      </dgm:t>
    </dgm:pt>
    <dgm:pt modelId="{E589F855-7B6E-4091-958F-125E52D09105}" type="sibTrans" cxnId="{7937EB5C-FBEA-48CD-9438-A0E79448A24C}">
      <dgm:prSet/>
      <dgm:spPr/>
      <dgm:t>
        <a:bodyPr/>
        <a:lstStyle/>
        <a:p>
          <a:endParaRPr lang="en-US"/>
        </a:p>
      </dgm:t>
    </dgm:pt>
    <dgm:pt modelId="{31C758F1-1058-42FA-B61C-AFB72CC78DC7}">
      <dgm:prSet/>
      <dgm:spPr/>
      <dgm:t>
        <a:bodyPr/>
        <a:lstStyle/>
        <a:p>
          <a:r>
            <a:rPr lang="en-US"/>
            <a:t>C++</a:t>
          </a:r>
          <a:r>
            <a:rPr lang="ko-KR"/>
            <a:t>과 연계성을 위해 </a:t>
          </a:r>
          <a:r>
            <a:rPr lang="en-US"/>
            <a:t>alias(int, double </a:t>
          </a:r>
          <a:r>
            <a:rPr lang="ko-KR"/>
            <a:t>등</a:t>
          </a:r>
          <a:r>
            <a:rPr lang="en-US"/>
            <a:t>) </a:t>
          </a:r>
          <a:r>
            <a:rPr lang="ko-KR"/>
            <a:t>제공</a:t>
          </a:r>
          <a:endParaRPr lang="en-US"/>
        </a:p>
      </dgm:t>
    </dgm:pt>
    <dgm:pt modelId="{F94622E5-8BFB-4EC1-8C65-F676C05DDB22}" type="parTrans" cxnId="{E1B43270-6446-4EEF-99C1-DAA1D7618F75}">
      <dgm:prSet/>
      <dgm:spPr/>
      <dgm:t>
        <a:bodyPr/>
        <a:lstStyle/>
        <a:p>
          <a:endParaRPr lang="en-US"/>
        </a:p>
      </dgm:t>
    </dgm:pt>
    <dgm:pt modelId="{B187595A-AD8D-4CA2-A5A2-D88CB9F25DBE}" type="sibTrans" cxnId="{E1B43270-6446-4EEF-99C1-DAA1D7618F75}">
      <dgm:prSet/>
      <dgm:spPr/>
      <dgm:t>
        <a:bodyPr/>
        <a:lstStyle/>
        <a:p>
          <a:endParaRPr lang="en-US"/>
        </a:p>
      </dgm:t>
    </dgm:pt>
    <dgm:pt modelId="{16669F77-A585-4FEB-A8F4-3AAB633F3E9F}">
      <dgm:prSet/>
      <dgm:spPr/>
      <dgm:t>
        <a:bodyPr/>
        <a:lstStyle/>
        <a:p>
          <a:r>
            <a:rPr lang="en-US" dirty="0"/>
            <a:t>object </a:t>
          </a:r>
          <a:r>
            <a:rPr lang="ko-KR" dirty="0"/>
            <a:t>자료형</a:t>
          </a:r>
          <a:r>
            <a:rPr lang="en-US" dirty="0"/>
            <a:t>: reference; </a:t>
          </a:r>
          <a:r>
            <a:rPr lang="ko-KR" dirty="0"/>
            <a:t>모든 자료를 담는 객체 자료형</a:t>
          </a:r>
          <a:r>
            <a:rPr lang="en-US" altLang="ko-KR" dirty="0"/>
            <a:t>(boxing, unboxing)</a:t>
          </a:r>
          <a:endParaRPr lang="en-US" dirty="0"/>
        </a:p>
      </dgm:t>
    </dgm:pt>
    <dgm:pt modelId="{B89FD316-93FB-417D-8B3F-B0652262C15A}" type="parTrans" cxnId="{0D0168D3-09DF-4C0C-AE48-B4329B16CF7D}">
      <dgm:prSet/>
      <dgm:spPr/>
      <dgm:t>
        <a:bodyPr/>
        <a:lstStyle/>
        <a:p>
          <a:endParaRPr lang="en-US"/>
        </a:p>
      </dgm:t>
    </dgm:pt>
    <dgm:pt modelId="{7A68D7D8-E9E0-492B-9CD8-558455EF3135}" type="sibTrans" cxnId="{0D0168D3-09DF-4C0C-AE48-B4329B16CF7D}">
      <dgm:prSet/>
      <dgm:spPr/>
      <dgm:t>
        <a:bodyPr/>
        <a:lstStyle/>
        <a:p>
          <a:endParaRPr lang="en-US"/>
        </a:p>
      </dgm:t>
    </dgm:pt>
    <dgm:pt modelId="{6803DAC1-1D44-4A53-B95C-18EE7F562D3C}">
      <dgm:prSet/>
      <dgm:spPr/>
      <dgm:t>
        <a:bodyPr/>
        <a:lstStyle/>
        <a:p>
          <a:r>
            <a:rPr lang="en-US" dirty="0"/>
            <a:t>var </a:t>
          </a:r>
          <a:r>
            <a:rPr lang="ko-KR" dirty="0"/>
            <a:t>자료형</a:t>
          </a:r>
          <a:r>
            <a:rPr lang="en-US" dirty="0"/>
            <a:t>: </a:t>
          </a:r>
          <a:r>
            <a:rPr lang="ko-KR" dirty="0"/>
            <a:t>암시적 자료형</a:t>
          </a:r>
          <a:r>
            <a:rPr lang="en-US" dirty="0"/>
            <a:t>; </a:t>
          </a:r>
          <a:r>
            <a:rPr lang="ko-KR" dirty="0"/>
            <a:t>할당이 이루어져야 자료형이 결정</a:t>
          </a:r>
          <a:r>
            <a:rPr lang="en-US" altLang="ko-KR" dirty="0"/>
            <a:t>(</a:t>
          </a:r>
          <a:r>
            <a:rPr lang="en-US" altLang="ko-KR" dirty="0" err="1"/>
            <a:t>GetType</a:t>
          </a:r>
          <a:r>
            <a:rPr lang="en-US" altLang="ko-KR" dirty="0"/>
            <a:t>()</a:t>
          </a:r>
          <a:r>
            <a:rPr lang="ko-KR" altLang="en-US" dirty="0"/>
            <a:t>으로 형식 확인</a:t>
          </a:r>
          <a:r>
            <a:rPr lang="en-US" altLang="ko-KR" dirty="0"/>
            <a:t>)</a:t>
          </a:r>
          <a:endParaRPr lang="en-US" dirty="0"/>
        </a:p>
      </dgm:t>
    </dgm:pt>
    <dgm:pt modelId="{6C1E7CB1-8F7D-4574-9373-CB6C88BBED06}" type="parTrans" cxnId="{E3F2F47C-1809-4B3D-B836-72591B1D78B2}">
      <dgm:prSet/>
      <dgm:spPr/>
      <dgm:t>
        <a:bodyPr/>
        <a:lstStyle/>
        <a:p>
          <a:endParaRPr lang="en-US"/>
        </a:p>
      </dgm:t>
    </dgm:pt>
    <dgm:pt modelId="{D03AD3FC-E673-496A-AB99-978483EAD8F2}" type="sibTrans" cxnId="{E3F2F47C-1809-4B3D-B836-72591B1D78B2}">
      <dgm:prSet/>
      <dgm:spPr/>
      <dgm:t>
        <a:bodyPr/>
        <a:lstStyle/>
        <a:p>
          <a:endParaRPr lang="en-US"/>
        </a:p>
      </dgm:t>
    </dgm:pt>
    <dgm:pt modelId="{9700CB76-1425-4652-93B8-518BDB5BC1CB}" type="pres">
      <dgm:prSet presAssocID="{5297DC72-3674-440E-B165-7E427C9AC1D4}" presName="linear" presStyleCnt="0">
        <dgm:presLayoutVars>
          <dgm:animLvl val="lvl"/>
          <dgm:resizeHandles val="exact"/>
        </dgm:presLayoutVars>
      </dgm:prSet>
      <dgm:spPr/>
    </dgm:pt>
    <dgm:pt modelId="{6342BFB7-67C4-4A28-A680-912D16D8F53E}" type="pres">
      <dgm:prSet presAssocID="{70DA11D1-D694-4321-93BC-E06B00832125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044E00CA-6B71-4484-B079-1213DE7791CD}" type="pres">
      <dgm:prSet presAssocID="{E589F855-7B6E-4091-958F-125E52D09105}" presName="spacer" presStyleCnt="0"/>
      <dgm:spPr/>
    </dgm:pt>
    <dgm:pt modelId="{1C3856E3-3A29-48B8-BA87-050B520D5597}" type="pres">
      <dgm:prSet presAssocID="{31C758F1-1058-42FA-B61C-AFB72CC78DC7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A46ED0B-CA99-46CC-8097-9A35CD887628}" type="pres">
      <dgm:prSet presAssocID="{B187595A-AD8D-4CA2-A5A2-D88CB9F25DBE}" presName="spacer" presStyleCnt="0"/>
      <dgm:spPr/>
    </dgm:pt>
    <dgm:pt modelId="{71BCA28F-CA32-46A3-9364-7FC2179E39F2}" type="pres">
      <dgm:prSet presAssocID="{16669F77-A585-4FEB-A8F4-3AAB633F3E9F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B4CA456-2F19-433C-B0E2-862ED2C87F8D}" type="pres">
      <dgm:prSet presAssocID="{7A68D7D8-E9E0-492B-9CD8-558455EF3135}" presName="spacer" presStyleCnt="0"/>
      <dgm:spPr/>
    </dgm:pt>
    <dgm:pt modelId="{A845E23D-7440-4974-A2E3-AF50C31AF54F}" type="pres">
      <dgm:prSet presAssocID="{6803DAC1-1D44-4A53-B95C-18EE7F562D3C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937EB5C-FBEA-48CD-9438-A0E79448A24C}" srcId="{5297DC72-3674-440E-B165-7E427C9AC1D4}" destId="{70DA11D1-D694-4321-93BC-E06B00832125}" srcOrd="0" destOrd="0" parTransId="{9A627D7B-C007-439B-884B-418C8EB9B85D}" sibTransId="{E589F855-7B6E-4091-958F-125E52D09105}"/>
    <dgm:cxn modelId="{7C63944F-3038-4EA3-84DF-1E2630DD4E36}" type="presOf" srcId="{31C758F1-1058-42FA-B61C-AFB72CC78DC7}" destId="{1C3856E3-3A29-48B8-BA87-050B520D5597}" srcOrd="0" destOrd="0" presId="urn:microsoft.com/office/officeart/2005/8/layout/vList2"/>
    <dgm:cxn modelId="{E1B43270-6446-4EEF-99C1-DAA1D7618F75}" srcId="{5297DC72-3674-440E-B165-7E427C9AC1D4}" destId="{31C758F1-1058-42FA-B61C-AFB72CC78DC7}" srcOrd="1" destOrd="0" parTransId="{F94622E5-8BFB-4EC1-8C65-F676C05DDB22}" sibTransId="{B187595A-AD8D-4CA2-A5A2-D88CB9F25DBE}"/>
    <dgm:cxn modelId="{E3F2F47C-1809-4B3D-B836-72591B1D78B2}" srcId="{5297DC72-3674-440E-B165-7E427C9AC1D4}" destId="{6803DAC1-1D44-4A53-B95C-18EE7F562D3C}" srcOrd="3" destOrd="0" parTransId="{6C1E7CB1-8F7D-4574-9373-CB6C88BBED06}" sibTransId="{D03AD3FC-E673-496A-AB99-978483EAD8F2}"/>
    <dgm:cxn modelId="{6F12A693-1E2A-4CC4-AC5E-1EE79CC92266}" type="presOf" srcId="{16669F77-A585-4FEB-A8F4-3AAB633F3E9F}" destId="{71BCA28F-CA32-46A3-9364-7FC2179E39F2}" srcOrd="0" destOrd="0" presId="urn:microsoft.com/office/officeart/2005/8/layout/vList2"/>
    <dgm:cxn modelId="{F429A5CE-3E0E-4845-82F1-7A7595CAFEB8}" type="presOf" srcId="{5297DC72-3674-440E-B165-7E427C9AC1D4}" destId="{9700CB76-1425-4652-93B8-518BDB5BC1CB}" srcOrd="0" destOrd="0" presId="urn:microsoft.com/office/officeart/2005/8/layout/vList2"/>
    <dgm:cxn modelId="{0D0168D3-09DF-4C0C-AE48-B4329B16CF7D}" srcId="{5297DC72-3674-440E-B165-7E427C9AC1D4}" destId="{16669F77-A585-4FEB-A8F4-3AAB633F3E9F}" srcOrd="2" destOrd="0" parTransId="{B89FD316-93FB-417D-8B3F-B0652262C15A}" sibTransId="{7A68D7D8-E9E0-492B-9CD8-558455EF3135}"/>
    <dgm:cxn modelId="{3E5A76EA-1389-4537-90A0-B1A4C321157F}" type="presOf" srcId="{6803DAC1-1D44-4A53-B95C-18EE7F562D3C}" destId="{A845E23D-7440-4974-A2E3-AF50C31AF54F}" srcOrd="0" destOrd="0" presId="urn:microsoft.com/office/officeart/2005/8/layout/vList2"/>
    <dgm:cxn modelId="{7FA939EB-175F-4F6D-9F6C-B94D43D9B2E7}" type="presOf" srcId="{70DA11D1-D694-4321-93BC-E06B00832125}" destId="{6342BFB7-67C4-4A28-A680-912D16D8F53E}" srcOrd="0" destOrd="0" presId="urn:microsoft.com/office/officeart/2005/8/layout/vList2"/>
    <dgm:cxn modelId="{B434E4A0-0303-48D2-B52A-3762BAD44805}" type="presParOf" srcId="{9700CB76-1425-4652-93B8-518BDB5BC1CB}" destId="{6342BFB7-67C4-4A28-A680-912D16D8F53E}" srcOrd="0" destOrd="0" presId="urn:microsoft.com/office/officeart/2005/8/layout/vList2"/>
    <dgm:cxn modelId="{38AA5AB9-948B-40BE-970C-BBA4663ACF15}" type="presParOf" srcId="{9700CB76-1425-4652-93B8-518BDB5BC1CB}" destId="{044E00CA-6B71-4484-B079-1213DE7791CD}" srcOrd="1" destOrd="0" presId="urn:microsoft.com/office/officeart/2005/8/layout/vList2"/>
    <dgm:cxn modelId="{131411A2-6CE6-4BF7-8200-F3A8CCD8E374}" type="presParOf" srcId="{9700CB76-1425-4652-93B8-518BDB5BC1CB}" destId="{1C3856E3-3A29-48B8-BA87-050B520D5597}" srcOrd="2" destOrd="0" presId="urn:microsoft.com/office/officeart/2005/8/layout/vList2"/>
    <dgm:cxn modelId="{B412205C-3086-4AC5-BBF9-3BEB3FAA9A9E}" type="presParOf" srcId="{9700CB76-1425-4652-93B8-518BDB5BC1CB}" destId="{4A46ED0B-CA99-46CC-8097-9A35CD887628}" srcOrd="3" destOrd="0" presId="urn:microsoft.com/office/officeart/2005/8/layout/vList2"/>
    <dgm:cxn modelId="{5D3773F8-A92C-40AE-B82E-BA1F764FC126}" type="presParOf" srcId="{9700CB76-1425-4652-93B8-518BDB5BC1CB}" destId="{71BCA28F-CA32-46A3-9364-7FC2179E39F2}" srcOrd="4" destOrd="0" presId="urn:microsoft.com/office/officeart/2005/8/layout/vList2"/>
    <dgm:cxn modelId="{40A5E9DA-0435-4876-9F20-9DAF3C325F04}" type="presParOf" srcId="{9700CB76-1425-4652-93B8-518BDB5BC1CB}" destId="{4B4CA456-2F19-433C-B0E2-862ED2C87F8D}" srcOrd="5" destOrd="0" presId="urn:microsoft.com/office/officeart/2005/8/layout/vList2"/>
    <dgm:cxn modelId="{499E52CB-590E-4728-8ED4-021843A6AE0F}" type="presParOf" srcId="{9700CB76-1425-4652-93B8-518BDB5BC1CB}" destId="{A845E23D-7440-4974-A2E3-AF50C31AF54F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5038445-AED0-4198-AE29-A304CF9079AB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7D1D38C-2737-4AA3-A88B-61CC9E78C6CE}">
      <dgm:prSet/>
      <dgm:spPr/>
      <dgm:t>
        <a:bodyPr/>
        <a:lstStyle/>
        <a:p>
          <a:r>
            <a:rPr lang="ko-KR" dirty="0"/>
            <a:t>자료형에 </a:t>
          </a:r>
          <a:r>
            <a:rPr lang="en-US" dirty="0"/>
            <a:t>null</a:t>
          </a:r>
          <a:r>
            <a:rPr lang="ko-KR" dirty="0"/>
            <a:t>을 허락하면 </a:t>
          </a:r>
          <a:r>
            <a:rPr lang="en-US" dirty="0"/>
            <a:t>nullable: null</a:t>
          </a:r>
          <a:r>
            <a:rPr lang="ko-KR" dirty="0"/>
            <a:t>은 아무 값도 없음</a:t>
          </a:r>
          <a:endParaRPr lang="en-US" dirty="0"/>
        </a:p>
      </dgm:t>
    </dgm:pt>
    <dgm:pt modelId="{FCBD1656-E86F-4F7B-A125-D7417990193A}" type="parTrans" cxnId="{EA950EE8-841D-4407-9172-FF0E09FD2192}">
      <dgm:prSet/>
      <dgm:spPr/>
      <dgm:t>
        <a:bodyPr/>
        <a:lstStyle/>
        <a:p>
          <a:endParaRPr lang="en-US"/>
        </a:p>
      </dgm:t>
    </dgm:pt>
    <dgm:pt modelId="{F3A97B4D-98DD-4774-B19A-1CC5D1B085B5}" type="sibTrans" cxnId="{EA950EE8-841D-4407-9172-FF0E09FD2192}">
      <dgm:prSet/>
      <dgm:spPr/>
      <dgm:t>
        <a:bodyPr/>
        <a:lstStyle/>
        <a:p>
          <a:endParaRPr lang="en-US"/>
        </a:p>
      </dgm:t>
    </dgm:pt>
    <dgm:pt modelId="{96917E11-9551-49F2-8057-9572922C4726}">
      <dgm:prSet/>
      <dgm:spPr/>
      <dgm:t>
        <a:bodyPr/>
        <a:lstStyle/>
        <a:p>
          <a:r>
            <a:rPr lang="en-US" dirty="0"/>
            <a:t>nullable:</a:t>
          </a:r>
          <a:r>
            <a:rPr lang="ko-KR" dirty="0"/>
            <a:t> 자료형</a:t>
          </a:r>
          <a:r>
            <a:rPr lang="en-US" dirty="0"/>
            <a:t>?</a:t>
          </a:r>
          <a:r>
            <a:rPr lang="ko-KR" dirty="0"/>
            <a:t>로 표기</a:t>
          </a:r>
          <a:r>
            <a:rPr lang="en-US" altLang="ko-KR" dirty="0"/>
            <a:t>; </a:t>
          </a:r>
          <a:r>
            <a:rPr lang="ko-KR" altLang="en-US" dirty="0"/>
            <a:t>예</a:t>
          </a:r>
          <a:r>
            <a:rPr lang="en-US" altLang="ko-KR" dirty="0"/>
            <a:t>) int? </a:t>
          </a:r>
          <a:r>
            <a:rPr lang="en-US" altLang="ko-KR" dirty="0" err="1"/>
            <a:t>i</a:t>
          </a:r>
          <a:r>
            <a:rPr lang="en-US" altLang="ko-KR" dirty="0"/>
            <a:t>;</a:t>
          </a:r>
          <a:endParaRPr lang="en-US" dirty="0"/>
        </a:p>
      </dgm:t>
    </dgm:pt>
    <dgm:pt modelId="{5F1EB695-E5B3-4BE7-8EC2-2BE7F4982494}" type="parTrans" cxnId="{32FA445F-8156-47EC-ADC6-1D444003E312}">
      <dgm:prSet/>
      <dgm:spPr/>
      <dgm:t>
        <a:bodyPr/>
        <a:lstStyle/>
        <a:p>
          <a:endParaRPr lang="en-US"/>
        </a:p>
      </dgm:t>
    </dgm:pt>
    <dgm:pt modelId="{324FB27A-8D21-4445-B248-9C695B0004D9}" type="sibTrans" cxnId="{32FA445F-8156-47EC-ADC6-1D444003E312}">
      <dgm:prSet/>
      <dgm:spPr/>
      <dgm:t>
        <a:bodyPr/>
        <a:lstStyle/>
        <a:p>
          <a:endParaRPr lang="en-US"/>
        </a:p>
      </dgm:t>
    </dgm:pt>
    <dgm:pt modelId="{F043209E-C73C-48AE-869B-BDDA2CB4CEC2}">
      <dgm:prSet/>
      <dgm:spPr/>
      <dgm:t>
        <a:bodyPr/>
        <a:lstStyle/>
        <a:p>
          <a:r>
            <a:rPr lang="en-US" dirty="0"/>
            <a:t>null </a:t>
          </a:r>
          <a:r>
            <a:rPr lang="ko-KR" altLang="en-US" dirty="0"/>
            <a:t>병합 연산자</a:t>
          </a:r>
          <a:r>
            <a:rPr lang="en-US" altLang="ko-KR" dirty="0"/>
            <a:t>: </a:t>
          </a:r>
          <a:r>
            <a:rPr lang="ko-KR" altLang="en-US" dirty="0"/>
            <a:t>할당에서 </a:t>
          </a:r>
          <a:r>
            <a:rPr lang="en-US" altLang="ko-KR" dirty="0"/>
            <a:t>null </a:t>
          </a:r>
          <a:r>
            <a:rPr lang="ko-KR" altLang="en-US" dirty="0"/>
            <a:t>처리</a:t>
          </a:r>
          <a:r>
            <a:rPr lang="en-US" altLang="ko-KR" dirty="0"/>
            <a:t>; </a:t>
          </a:r>
          <a:r>
            <a:rPr lang="ko-KR" altLang="en-US" dirty="0"/>
            <a:t>예</a:t>
          </a:r>
          <a:r>
            <a:rPr lang="en-US" altLang="ko-KR" dirty="0"/>
            <a:t>) int j = </a:t>
          </a:r>
          <a:r>
            <a:rPr lang="en-US" altLang="ko-KR" dirty="0" err="1"/>
            <a:t>i</a:t>
          </a:r>
          <a:r>
            <a:rPr lang="en-US" altLang="ko-KR" dirty="0"/>
            <a:t> ?? 0;</a:t>
          </a:r>
          <a:endParaRPr lang="en-US" dirty="0"/>
        </a:p>
      </dgm:t>
    </dgm:pt>
    <dgm:pt modelId="{9C8B4242-BA92-4493-973A-060D0DC7CD37}" type="parTrans" cxnId="{B91B5DDA-11EC-4CA5-9B8D-2132BE6C597D}">
      <dgm:prSet/>
      <dgm:spPr/>
      <dgm:t>
        <a:bodyPr/>
        <a:lstStyle/>
        <a:p>
          <a:pPr latinLnBrk="1"/>
          <a:endParaRPr lang="ko-KR" altLang="en-US"/>
        </a:p>
      </dgm:t>
    </dgm:pt>
    <dgm:pt modelId="{3FCC5C6B-60EB-475A-9789-0DA4BF183726}" type="sibTrans" cxnId="{B91B5DDA-11EC-4CA5-9B8D-2132BE6C597D}">
      <dgm:prSet/>
      <dgm:spPr/>
      <dgm:t>
        <a:bodyPr/>
        <a:lstStyle/>
        <a:p>
          <a:pPr latinLnBrk="1"/>
          <a:endParaRPr lang="ko-KR" altLang="en-US"/>
        </a:p>
      </dgm:t>
    </dgm:pt>
    <dgm:pt modelId="{591C31CC-DE79-40FD-8AFF-9A3EDEA68854}" type="pres">
      <dgm:prSet presAssocID="{15038445-AED0-4198-AE29-A304CF9079AB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7091BEF-8667-439E-94AC-9DD9F7F80E5A}" type="pres">
      <dgm:prSet presAssocID="{97D1D38C-2737-4AA3-A88B-61CC9E78C6CE}" presName="hierRoot1" presStyleCnt="0"/>
      <dgm:spPr/>
    </dgm:pt>
    <dgm:pt modelId="{57AD9580-0440-4537-8979-4EC9020C0C9E}" type="pres">
      <dgm:prSet presAssocID="{97D1D38C-2737-4AA3-A88B-61CC9E78C6CE}" presName="composite" presStyleCnt="0"/>
      <dgm:spPr/>
    </dgm:pt>
    <dgm:pt modelId="{32E53D43-0EA3-48B2-AEF2-E910C770D71D}" type="pres">
      <dgm:prSet presAssocID="{97D1D38C-2737-4AA3-A88B-61CC9E78C6CE}" presName="background" presStyleLbl="node0" presStyleIdx="0" presStyleCnt="3"/>
      <dgm:spPr/>
    </dgm:pt>
    <dgm:pt modelId="{345BFCAD-0294-4C5A-9563-2A84959006EF}" type="pres">
      <dgm:prSet presAssocID="{97D1D38C-2737-4AA3-A88B-61CC9E78C6CE}" presName="text" presStyleLbl="fgAcc0" presStyleIdx="0" presStyleCnt="3">
        <dgm:presLayoutVars>
          <dgm:chPref val="3"/>
        </dgm:presLayoutVars>
      </dgm:prSet>
      <dgm:spPr/>
    </dgm:pt>
    <dgm:pt modelId="{5217DF54-F23A-4D93-96BB-8FA58D16DC21}" type="pres">
      <dgm:prSet presAssocID="{97D1D38C-2737-4AA3-A88B-61CC9E78C6CE}" presName="hierChild2" presStyleCnt="0"/>
      <dgm:spPr/>
    </dgm:pt>
    <dgm:pt modelId="{CFFC5921-56A3-44B4-B774-E283AB6B188E}" type="pres">
      <dgm:prSet presAssocID="{96917E11-9551-49F2-8057-9572922C4726}" presName="hierRoot1" presStyleCnt="0"/>
      <dgm:spPr/>
    </dgm:pt>
    <dgm:pt modelId="{730AEF25-A986-45AE-A5ED-FC72FA5EEB9D}" type="pres">
      <dgm:prSet presAssocID="{96917E11-9551-49F2-8057-9572922C4726}" presName="composite" presStyleCnt="0"/>
      <dgm:spPr/>
    </dgm:pt>
    <dgm:pt modelId="{4C1829A3-54B7-4D17-B63F-D6ABC09CFFD8}" type="pres">
      <dgm:prSet presAssocID="{96917E11-9551-49F2-8057-9572922C4726}" presName="background" presStyleLbl="node0" presStyleIdx="1" presStyleCnt="3"/>
      <dgm:spPr/>
    </dgm:pt>
    <dgm:pt modelId="{FA63569A-A2ED-4B55-8AAD-7C9F16A44E6A}" type="pres">
      <dgm:prSet presAssocID="{96917E11-9551-49F2-8057-9572922C4726}" presName="text" presStyleLbl="fgAcc0" presStyleIdx="1" presStyleCnt="3">
        <dgm:presLayoutVars>
          <dgm:chPref val="3"/>
        </dgm:presLayoutVars>
      </dgm:prSet>
      <dgm:spPr/>
    </dgm:pt>
    <dgm:pt modelId="{FA13D7D9-2FC9-4EA0-8A8A-966B4A7890FD}" type="pres">
      <dgm:prSet presAssocID="{96917E11-9551-49F2-8057-9572922C4726}" presName="hierChild2" presStyleCnt="0"/>
      <dgm:spPr/>
    </dgm:pt>
    <dgm:pt modelId="{BB372068-3380-4974-BB7B-D4325D20E6AE}" type="pres">
      <dgm:prSet presAssocID="{F043209E-C73C-48AE-869B-BDDA2CB4CEC2}" presName="hierRoot1" presStyleCnt="0"/>
      <dgm:spPr/>
    </dgm:pt>
    <dgm:pt modelId="{2261CA71-8D57-4402-AF40-1569C175F0C4}" type="pres">
      <dgm:prSet presAssocID="{F043209E-C73C-48AE-869B-BDDA2CB4CEC2}" presName="composite" presStyleCnt="0"/>
      <dgm:spPr/>
    </dgm:pt>
    <dgm:pt modelId="{E9F4444E-6B57-459B-B294-6A2DEB2B7AB4}" type="pres">
      <dgm:prSet presAssocID="{F043209E-C73C-48AE-869B-BDDA2CB4CEC2}" presName="background" presStyleLbl="node0" presStyleIdx="2" presStyleCnt="3"/>
      <dgm:spPr/>
    </dgm:pt>
    <dgm:pt modelId="{9A53AC12-F934-4750-BA7E-9DFF603F1B84}" type="pres">
      <dgm:prSet presAssocID="{F043209E-C73C-48AE-869B-BDDA2CB4CEC2}" presName="text" presStyleLbl="fgAcc0" presStyleIdx="2" presStyleCnt="3">
        <dgm:presLayoutVars>
          <dgm:chPref val="3"/>
        </dgm:presLayoutVars>
      </dgm:prSet>
      <dgm:spPr/>
    </dgm:pt>
    <dgm:pt modelId="{150DFAB9-6CF2-4FB1-AC03-6C6E49E3458E}" type="pres">
      <dgm:prSet presAssocID="{F043209E-C73C-48AE-869B-BDDA2CB4CEC2}" presName="hierChild2" presStyleCnt="0"/>
      <dgm:spPr/>
    </dgm:pt>
  </dgm:ptLst>
  <dgm:cxnLst>
    <dgm:cxn modelId="{B94DAA0B-F4B7-49DA-8CD7-3F764E0593AA}" type="presOf" srcId="{96917E11-9551-49F2-8057-9572922C4726}" destId="{FA63569A-A2ED-4B55-8AAD-7C9F16A44E6A}" srcOrd="0" destOrd="0" presId="urn:microsoft.com/office/officeart/2005/8/layout/hierarchy1"/>
    <dgm:cxn modelId="{32FA445F-8156-47EC-ADC6-1D444003E312}" srcId="{15038445-AED0-4198-AE29-A304CF9079AB}" destId="{96917E11-9551-49F2-8057-9572922C4726}" srcOrd="1" destOrd="0" parTransId="{5F1EB695-E5B3-4BE7-8EC2-2BE7F4982494}" sibTransId="{324FB27A-8D21-4445-B248-9C695B0004D9}"/>
    <dgm:cxn modelId="{48AEE07B-24C4-432F-A101-ED8F6C50D375}" type="presOf" srcId="{97D1D38C-2737-4AA3-A88B-61CC9E78C6CE}" destId="{345BFCAD-0294-4C5A-9563-2A84959006EF}" srcOrd="0" destOrd="0" presId="urn:microsoft.com/office/officeart/2005/8/layout/hierarchy1"/>
    <dgm:cxn modelId="{93A03693-BB4B-44AC-977A-DCB4DD8CF73F}" type="presOf" srcId="{15038445-AED0-4198-AE29-A304CF9079AB}" destId="{591C31CC-DE79-40FD-8AFF-9A3EDEA68854}" srcOrd="0" destOrd="0" presId="urn:microsoft.com/office/officeart/2005/8/layout/hierarchy1"/>
    <dgm:cxn modelId="{B91B5DDA-11EC-4CA5-9B8D-2132BE6C597D}" srcId="{15038445-AED0-4198-AE29-A304CF9079AB}" destId="{F043209E-C73C-48AE-869B-BDDA2CB4CEC2}" srcOrd="2" destOrd="0" parTransId="{9C8B4242-BA92-4493-973A-060D0DC7CD37}" sibTransId="{3FCC5C6B-60EB-475A-9789-0DA4BF183726}"/>
    <dgm:cxn modelId="{EA950EE8-841D-4407-9172-FF0E09FD2192}" srcId="{15038445-AED0-4198-AE29-A304CF9079AB}" destId="{97D1D38C-2737-4AA3-A88B-61CC9E78C6CE}" srcOrd="0" destOrd="0" parTransId="{FCBD1656-E86F-4F7B-A125-D7417990193A}" sibTransId="{F3A97B4D-98DD-4774-B19A-1CC5D1B085B5}"/>
    <dgm:cxn modelId="{292936F3-3475-4786-AFF0-2DB6279A8E28}" type="presOf" srcId="{F043209E-C73C-48AE-869B-BDDA2CB4CEC2}" destId="{9A53AC12-F934-4750-BA7E-9DFF603F1B84}" srcOrd="0" destOrd="0" presId="urn:microsoft.com/office/officeart/2005/8/layout/hierarchy1"/>
    <dgm:cxn modelId="{4387E43E-EBDD-4902-B518-ACFA880DCF6C}" type="presParOf" srcId="{591C31CC-DE79-40FD-8AFF-9A3EDEA68854}" destId="{47091BEF-8667-439E-94AC-9DD9F7F80E5A}" srcOrd="0" destOrd="0" presId="urn:microsoft.com/office/officeart/2005/8/layout/hierarchy1"/>
    <dgm:cxn modelId="{5E567A01-5319-46A8-A668-CE8DBA17F435}" type="presParOf" srcId="{47091BEF-8667-439E-94AC-9DD9F7F80E5A}" destId="{57AD9580-0440-4537-8979-4EC9020C0C9E}" srcOrd="0" destOrd="0" presId="urn:microsoft.com/office/officeart/2005/8/layout/hierarchy1"/>
    <dgm:cxn modelId="{EA396E1A-5E31-41BB-9FFA-BE8F8993AF34}" type="presParOf" srcId="{57AD9580-0440-4537-8979-4EC9020C0C9E}" destId="{32E53D43-0EA3-48B2-AEF2-E910C770D71D}" srcOrd="0" destOrd="0" presId="urn:microsoft.com/office/officeart/2005/8/layout/hierarchy1"/>
    <dgm:cxn modelId="{511EF651-070B-47FD-B585-77B17182EA68}" type="presParOf" srcId="{57AD9580-0440-4537-8979-4EC9020C0C9E}" destId="{345BFCAD-0294-4C5A-9563-2A84959006EF}" srcOrd="1" destOrd="0" presId="urn:microsoft.com/office/officeart/2005/8/layout/hierarchy1"/>
    <dgm:cxn modelId="{DD25A6F7-98F4-4A8B-92D7-C743DD61514C}" type="presParOf" srcId="{47091BEF-8667-439E-94AC-9DD9F7F80E5A}" destId="{5217DF54-F23A-4D93-96BB-8FA58D16DC21}" srcOrd="1" destOrd="0" presId="urn:microsoft.com/office/officeart/2005/8/layout/hierarchy1"/>
    <dgm:cxn modelId="{DD424F64-3D5D-425C-A91A-D283C3D691CD}" type="presParOf" srcId="{591C31CC-DE79-40FD-8AFF-9A3EDEA68854}" destId="{CFFC5921-56A3-44B4-B774-E283AB6B188E}" srcOrd="1" destOrd="0" presId="urn:microsoft.com/office/officeart/2005/8/layout/hierarchy1"/>
    <dgm:cxn modelId="{47472E27-7815-4D94-8625-A5F5F3E46915}" type="presParOf" srcId="{CFFC5921-56A3-44B4-B774-E283AB6B188E}" destId="{730AEF25-A986-45AE-A5ED-FC72FA5EEB9D}" srcOrd="0" destOrd="0" presId="urn:microsoft.com/office/officeart/2005/8/layout/hierarchy1"/>
    <dgm:cxn modelId="{4FA3497A-72C1-4B87-A5F7-E168F91FAECC}" type="presParOf" srcId="{730AEF25-A986-45AE-A5ED-FC72FA5EEB9D}" destId="{4C1829A3-54B7-4D17-B63F-D6ABC09CFFD8}" srcOrd="0" destOrd="0" presId="urn:microsoft.com/office/officeart/2005/8/layout/hierarchy1"/>
    <dgm:cxn modelId="{0D9BFBCC-660D-41BA-9221-506D0DCEDED9}" type="presParOf" srcId="{730AEF25-A986-45AE-A5ED-FC72FA5EEB9D}" destId="{FA63569A-A2ED-4B55-8AAD-7C9F16A44E6A}" srcOrd="1" destOrd="0" presId="urn:microsoft.com/office/officeart/2005/8/layout/hierarchy1"/>
    <dgm:cxn modelId="{688AE459-5B77-4B3C-AF11-E689C58B8FD4}" type="presParOf" srcId="{CFFC5921-56A3-44B4-B774-E283AB6B188E}" destId="{FA13D7D9-2FC9-4EA0-8A8A-966B4A7890FD}" srcOrd="1" destOrd="0" presId="urn:microsoft.com/office/officeart/2005/8/layout/hierarchy1"/>
    <dgm:cxn modelId="{88957DA3-EA36-4558-8F12-BF3CF5ABE4B5}" type="presParOf" srcId="{591C31CC-DE79-40FD-8AFF-9A3EDEA68854}" destId="{BB372068-3380-4974-BB7B-D4325D20E6AE}" srcOrd="2" destOrd="0" presId="urn:microsoft.com/office/officeart/2005/8/layout/hierarchy1"/>
    <dgm:cxn modelId="{7E0C7876-8637-4DB5-AB73-3F2889B47990}" type="presParOf" srcId="{BB372068-3380-4974-BB7B-D4325D20E6AE}" destId="{2261CA71-8D57-4402-AF40-1569C175F0C4}" srcOrd="0" destOrd="0" presId="urn:microsoft.com/office/officeart/2005/8/layout/hierarchy1"/>
    <dgm:cxn modelId="{8EA619A6-05E8-4427-90A5-DAF22CEA4858}" type="presParOf" srcId="{2261CA71-8D57-4402-AF40-1569C175F0C4}" destId="{E9F4444E-6B57-459B-B294-6A2DEB2B7AB4}" srcOrd="0" destOrd="0" presId="urn:microsoft.com/office/officeart/2005/8/layout/hierarchy1"/>
    <dgm:cxn modelId="{6F3F1828-9269-4675-B41F-9C4291CE3F9F}" type="presParOf" srcId="{2261CA71-8D57-4402-AF40-1569C175F0C4}" destId="{9A53AC12-F934-4750-BA7E-9DFF603F1B84}" srcOrd="1" destOrd="0" presId="urn:microsoft.com/office/officeart/2005/8/layout/hierarchy1"/>
    <dgm:cxn modelId="{435DF4F7-14A7-45BC-961B-E6E856802B95}" type="presParOf" srcId="{BB372068-3380-4974-BB7B-D4325D20E6AE}" destId="{150DFAB9-6CF2-4FB1-AC03-6C6E49E3458E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3F36F33-FF30-446D-8009-9DC666ECADDE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638A9CE-DA17-46A7-844C-6356A8D71FA4}">
      <dgm:prSet/>
      <dgm:spPr/>
      <dgm:t>
        <a:bodyPr/>
        <a:lstStyle/>
        <a:p>
          <a:r>
            <a:rPr lang="en-US"/>
            <a:t>sizeof(): C++</a:t>
          </a:r>
          <a:r>
            <a:rPr lang="ko-KR"/>
            <a:t>과 같이 자료형의 바이트 수 반환</a:t>
          </a:r>
          <a:endParaRPr lang="en-US"/>
        </a:p>
      </dgm:t>
    </dgm:pt>
    <dgm:pt modelId="{E17101EB-1E58-4FAB-9AF0-CFF2E03D658E}" type="parTrans" cxnId="{B40A89ED-CAB9-4752-813B-1EF244557502}">
      <dgm:prSet/>
      <dgm:spPr/>
      <dgm:t>
        <a:bodyPr/>
        <a:lstStyle/>
        <a:p>
          <a:endParaRPr lang="en-US"/>
        </a:p>
      </dgm:t>
    </dgm:pt>
    <dgm:pt modelId="{A04BD187-6853-4CBF-ACEB-83600077C7B2}" type="sibTrans" cxnId="{B40A89ED-CAB9-4752-813B-1EF244557502}">
      <dgm:prSet/>
      <dgm:spPr/>
      <dgm:t>
        <a:bodyPr/>
        <a:lstStyle/>
        <a:p>
          <a:endParaRPr lang="en-US"/>
        </a:p>
      </dgm:t>
    </dgm:pt>
    <dgm:pt modelId="{2E79DBB9-A413-468C-851C-079CA78AC58F}">
      <dgm:prSet/>
      <dgm:spPr/>
      <dgm:t>
        <a:bodyPr/>
        <a:lstStyle/>
        <a:p>
          <a:r>
            <a:rPr lang="en-US"/>
            <a:t>is: </a:t>
          </a:r>
          <a:r>
            <a:rPr lang="ko-KR"/>
            <a:t>자료형의 형 변환 여부 반환</a:t>
          </a:r>
          <a:r>
            <a:rPr lang="en-US"/>
            <a:t>; </a:t>
          </a:r>
          <a:r>
            <a:rPr lang="ko-KR"/>
            <a:t>예</a:t>
          </a:r>
          <a:r>
            <a:rPr lang="en-US"/>
            <a:t>) int i = 10; i is object; // true</a:t>
          </a:r>
        </a:p>
      </dgm:t>
    </dgm:pt>
    <dgm:pt modelId="{9E7BCE47-75C8-4BE9-B7FA-E0C8698B4157}" type="parTrans" cxnId="{41AED57D-A9E1-48E7-A707-AFAE9B80B010}">
      <dgm:prSet/>
      <dgm:spPr/>
      <dgm:t>
        <a:bodyPr/>
        <a:lstStyle/>
        <a:p>
          <a:endParaRPr lang="en-US"/>
        </a:p>
      </dgm:t>
    </dgm:pt>
    <dgm:pt modelId="{677AF277-D982-439E-AC33-50A25FE9D4EC}" type="sibTrans" cxnId="{41AED57D-A9E1-48E7-A707-AFAE9B80B010}">
      <dgm:prSet/>
      <dgm:spPr/>
      <dgm:t>
        <a:bodyPr/>
        <a:lstStyle/>
        <a:p>
          <a:endParaRPr lang="en-US"/>
        </a:p>
      </dgm:t>
    </dgm:pt>
    <dgm:pt modelId="{4178AAB3-50C2-4810-94E9-04045A20F3EA}">
      <dgm:prSet/>
      <dgm:spPr/>
      <dgm:t>
        <a:bodyPr/>
        <a:lstStyle/>
        <a:p>
          <a:r>
            <a:rPr lang="en-US"/>
            <a:t>as: </a:t>
          </a:r>
          <a:r>
            <a:rPr lang="ko-KR"/>
            <a:t>형 변환을 더 세련되게</a:t>
          </a:r>
          <a:r>
            <a:rPr lang="en-US"/>
            <a:t>; </a:t>
          </a:r>
          <a:r>
            <a:rPr lang="ko-KR"/>
            <a:t>예</a:t>
          </a:r>
          <a:r>
            <a:rPr lang="en-US"/>
            <a:t>) object obj = i as object;</a:t>
          </a:r>
        </a:p>
      </dgm:t>
    </dgm:pt>
    <dgm:pt modelId="{A0986AFC-0425-4200-9B83-21EDC681F890}" type="parTrans" cxnId="{CD41B4C3-59B8-496B-A2C7-7781AB89B72E}">
      <dgm:prSet/>
      <dgm:spPr/>
      <dgm:t>
        <a:bodyPr/>
        <a:lstStyle/>
        <a:p>
          <a:endParaRPr lang="en-US"/>
        </a:p>
      </dgm:t>
    </dgm:pt>
    <dgm:pt modelId="{32535501-5050-4BB2-AFCE-AFB844C36AAE}" type="sibTrans" cxnId="{CD41B4C3-59B8-496B-A2C7-7781AB89B72E}">
      <dgm:prSet/>
      <dgm:spPr/>
      <dgm:t>
        <a:bodyPr/>
        <a:lstStyle/>
        <a:p>
          <a:endParaRPr lang="en-US"/>
        </a:p>
      </dgm:t>
    </dgm:pt>
    <dgm:pt modelId="{ECA35763-24E5-4509-919C-9043B9747691}">
      <dgm:prSet/>
      <dgm:spPr/>
      <dgm:t>
        <a:bodyPr/>
        <a:lstStyle/>
        <a:p>
          <a:r>
            <a:rPr lang="en-US"/>
            <a:t>default(): </a:t>
          </a:r>
          <a:r>
            <a:rPr lang="ko-KR"/>
            <a:t>자료형의 디폴트값 반환 </a:t>
          </a:r>
          <a:endParaRPr lang="en-US"/>
        </a:p>
      </dgm:t>
    </dgm:pt>
    <dgm:pt modelId="{A6A08C6E-BA4F-4B58-B28F-F6DA997432F1}" type="parTrans" cxnId="{11DDFC57-4D55-418B-804F-C80FC99CD91C}">
      <dgm:prSet/>
      <dgm:spPr/>
      <dgm:t>
        <a:bodyPr/>
        <a:lstStyle/>
        <a:p>
          <a:endParaRPr lang="en-US"/>
        </a:p>
      </dgm:t>
    </dgm:pt>
    <dgm:pt modelId="{2B2A90C5-4958-41DC-B321-CB0E35966C88}" type="sibTrans" cxnId="{11DDFC57-4D55-418B-804F-C80FC99CD91C}">
      <dgm:prSet/>
      <dgm:spPr/>
      <dgm:t>
        <a:bodyPr/>
        <a:lstStyle/>
        <a:p>
          <a:endParaRPr lang="en-US"/>
        </a:p>
      </dgm:t>
    </dgm:pt>
    <dgm:pt modelId="{A06ACAE2-B406-4FB0-B836-7DD1C57A3FE6}" type="pres">
      <dgm:prSet presAssocID="{F3F36F33-FF30-446D-8009-9DC666ECADDE}" presName="linear" presStyleCnt="0">
        <dgm:presLayoutVars>
          <dgm:animLvl val="lvl"/>
          <dgm:resizeHandles val="exact"/>
        </dgm:presLayoutVars>
      </dgm:prSet>
      <dgm:spPr/>
    </dgm:pt>
    <dgm:pt modelId="{8836E709-571F-411F-A9E2-C1E48F27CD63}" type="pres">
      <dgm:prSet presAssocID="{1638A9CE-DA17-46A7-844C-6356A8D71FA4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A41F6E0-16D0-4725-AEEB-8F2206EB7633}" type="pres">
      <dgm:prSet presAssocID="{A04BD187-6853-4CBF-ACEB-83600077C7B2}" presName="spacer" presStyleCnt="0"/>
      <dgm:spPr/>
    </dgm:pt>
    <dgm:pt modelId="{C97B2FF5-DD8E-45E2-BEAD-CE181DF2203D}" type="pres">
      <dgm:prSet presAssocID="{2E79DBB9-A413-468C-851C-079CA78AC58F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0684452C-2B1E-46CB-9DE5-38C0BD3900D6}" type="pres">
      <dgm:prSet presAssocID="{677AF277-D982-439E-AC33-50A25FE9D4EC}" presName="spacer" presStyleCnt="0"/>
      <dgm:spPr/>
    </dgm:pt>
    <dgm:pt modelId="{2B03FA3E-965E-49D7-8830-1D92B487E501}" type="pres">
      <dgm:prSet presAssocID="{4178AAB3-50C2-4810-94E9-04045A20F3E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10B31E7-6C9C-4407-B5A3-659CDC48DD07}" type="pres">
      <dgm:prSet presAssocID="{32535501-5050-4BB2-AFCE-AFB844C36AAE}" presName="spacer" presStyleCnt="0"/>
      <dgm:spPr/>
    </dgm:pt>
    <dgm:pt modelId="{36668694-BD0F-4ACB-9B1C-330C28227C93}" type="pres">
      <dgm:prSet presAssocID="{ECA35763-24E5-4509-919C-9043B974769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76F9317-16E8-45C6-BE1B-0B71C8714F5D}" type="presOf" srcId="{F3F36F33-FF30-446D-8009-9DC666ECADDE}" destId="{A06ACAE2-B406-4FB0-B836-7DD1C57A3FE6}" srcOrd="0" destOrd="0" presId="urn:microsoft.com/office/officeart/2005/8/layout/vList2"/>
    <dgm:cxn modelId="{1211694C-7BEB-457A-91CF-E3DC9A474E7C}" type="presOf" srcId="{4178AAB3-50C2-4810-94E9-04045A20F3EA}" destId="{2B03FA3E-965E-49D7-8830-1D92B487E501}" srcOrd="0" destOrd="0" presId="urn:microsoft.com/office/officeart/2005/8/layout/vList2"/>
    <dgm:cxn modelId="{11DDFC57-4D55-418B-804F-C80FC99CD91C}" srcId="{F3F36F33-FF30-446D-8009-9DC666ECADDE}" destId="{ECA35763-24E5-4509-919C-9043B9747691}" srcOrd="3" destOrd="0" parTransId="{A6A08C6E-BA4F-4B58-B28F-F6DA997432F1}" sibTransId="{2B2A90C5-4958-41DC-B321-CB0E35966C88}"/>
    <dgm:cxn modelId="{41AED57D-A9E1-48E7-A707-AFAE9B80B010}" srcId="{F3F36F33-FF30-446D-8009-9DC666ECADDE}" destId="{2E79DBB9-A413-468C-851C-079CA78AC58F}" srcOrd="1" destOrd="0" parTransId="{9E7BCE47-75C8-4BE9-B7FA-E0C8698B4157}" sibTransId="{677AF277-D982-439E-AC33-50A25FE9D4EC}"/>
    <dgm:cxn modelId="{4FCED1A2-B435-4F19-8C72-860A328F5F1A}" type="presOf" srcId="{1638A9CE-DA17-46A7-844C-6356A8D71FA4}" destId="{8836E709-571F-411F-A9E2-C1E48F27CD63}" srcOrd="0" destOrd="0" presId="urn:microsoft.com/office/officeart/2005/8/layout/vList2"/>
    <dgm:cxn modelId="{CD41B4C3-59B8-496B-A2C7-7781AB89B72E}" srcId="{F3F36F33-FF30-446D-8009-9DC666ECADDE}" destId="{4178AAB3-50C2-4810-94E9-04045A20F3EA}" srcOrd="2" destOrd="0" parTransId="{A0986AFC-0425-4200-9B83-21EDC681F890}" sibTransId="{32535501-5050-4BB2-AFCE-AFB844C36AAE}"/>
    <dgm:cxn modelId="{DDC93CC4-4299-446D-AEB1-4F883C06D3B6}" type="presOf" srcId="{2E79DBB9-A413-468C-851C-079CA78AC58F}" destId="{C97B2FF5-DD8E-45E2-BEAD-CE181DF2203D}" srcOrd="0" destOrd="0" presId="urn:microsoft.com/office/officeart/2005/8/layout/vList2"/>
    <dgm:cxn modelId="{3A2EE8D0-B83B-45AB-BBEC-FE5B4DFC06AA}" type="presOf" srcId="{ECA35763-24E5-4509-919C-9043B9747691}" destId="{36668694-BD0F-4ACB-9B1C-330C28227C93}" srcOrd="0" destOrd="0" presId="urn:microsoft.com/office/officeart/2005/8/layout/vList2"/>
    <dgm:cxn modelId="{B40A89ED-CAB9-4752-813B-1EF244557502}" srcId="{F3F36F33-FF30-446D-8009-9DC666ECADDE}" destId="{1638A9CE-DA17-46A7-844C-6356A8D71FA4}" srcOrd="0" destOrd="0" parTransId="{E17101EB-1E58-4FAB-9AF0-CFF2E03D658E}" sibTransId="{A04BD187-6853-4CBF-ACEB-83600077C7B2}"/>
    <dgm:cxn modelId="{FFD9EBEF-157D-4693-AA0C-E0F14314F2E9}" type="presParOf" srcId="{A06ACAE2-B406-4FB0-B836-7DD1C57A3FE6}" destId="{8836E709-571F-411F-A9E2-C1E48F27CD63}" srcOrd="0" destOrd="0" presId="urn:microsoft.com/office/officeart/2005/8/layout/vList2"/>
    <dgm:cxn modelId="{0D53D42E-485A-4D3D-8029-074261D2270E}" type="presParOf" srcId="{A06ACAE2-B406-4FB0-B836-7DD1C57A3FE6}" destId="{EA41F6E0-16D0-4725-AEEB-8F2206EB7633}" srcOrd="1" destOrd="0" presId="urn:microsoft.com/office/officeart/2005/8/layout/vList2"/>
    <dgm:cxn modelId="{5DC80F71-164E-4347-9EDA-C0F80D7057FE}" type="presParOf" srcId="{A06ACAE2-B406-4FB0-B836-7DD1C57A3FE6}" destId="{C97B2FF5-DD8E-45E2-BEAD-CE181DF2203D}" srcOrd="2" destOrd="0" presId="urn:microsoft.com/office/officeart/2005/8/layout/vList2"/>
    <dgm:cxn modelId="{5214DB1A-8AA9-4ABE-86E8-715AA4D9989D}" type="presParOf" srcId="{A06ACAE2-B406-4FB0-B836-7DD1C57A3FE6}" destId="{0684452C-2B1E-46CB-9DE5-38C0BD3900D6}" srcOrd="3" destOrd="0" presId="urn:microsoft.com/office/officeart/2005/8/layout/vList2"/>
    <dgm:cxn modelId="{8FA41228-1E14-4CB4-B0C1-0DEA67170BCB}" type="presParOf" srcId="{A06ACAE2-B406-4FB0-B836-7DD1C57A3FE6}" destId="{2B03FA3E-965E-49D7-8830-1D92B487E501}" srcOrd="4" destOrd="0" presId="urn:microsoft.com/office/officeart/2005/8/layout/vList2"/>
    <dgm:cxn modelId="{64867869-F790-4CF7-95A9-9B70E5D2A8EE}" type="presParOf" srcId="{A06ACAE2-B406-4FB0-B836-7DD1C57A3FE6}" destId="{C10B31E7-6C9C-4407-B5A3-659CDC48DD07}" srcOrd="5" destOrd="0" presId="urn:microsoft.com/office/officeart/2005/8/layout/vList2"/>
    <dgm:cxn modelId="{AFE03E7D-2314-4278-AEDA-0646023CA94A}" type="presParOf" srcId="{A06ACAE2-B406-4FB0-B836-7DD1C57A3FE6}" destId="{36668694-BD0F-4ACB-9B1C-330C28227C93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B845557-1596-41BE-AC83-2CFE41DB062F}" type="doc">
      <dgm:prSet loTypeId="urn:microsoft.com/office/officeart/2005/8/layout/hierarchy3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F4D606F-E414-44DF-B9EE-DA7748711977}">
      <dgm:prSet/>
      <dgm:spPr/>
      <dgm:t>
        <a:bodyPr/>
        <a:lstStyle/>
        <a:p>
          <a:r>
            <a:rPr lang="en-US"/>
            <a:t>C++: var&amp; x</a:t>
          </a:r>
        </a:p>
      </dgm:t>
    </dgm:pt>
    <dgm:pt modelId="{47C4218A-5073-4DD3-8096-26BD2476CD2B}" type="parTrans" cxnId="{98B1CF7F-27EB-4F30-AC17-8B96CF217619}">
      <dgm:prSet/>
      <dgm:spPr/>
      <dgm:t>
        <a:bodyPr/>
        <a:lstStyle/>
        <a:p>
          <a:endParaRPr lang="en-US"/>
        </a:p>
      </dgm:t>
    </dgm:pt>
    <dgm:pt modelId="{E0B66550-F65F-406C-A092-8E621F140DF7}" type="sibTrans" cxnId="{98B1CF7F-27EB-4F30-AC17-8B96CF217619}">
      <dgm:prSet/>
      <dgm:spPr/>
      <dgm:t>
        <a:bodyPr/>
        <a:lstStyle/>
        <a:p>
          <a:endParaRPr lang="en-US"/>
        </a:p>
      </dgm:t>
    </dgm:pt>
    <dgm:pt modelId="{8C671F94-67E9-4D0C-8D32-70B8FE81B121}">
      <dgm:prSet/>
      <dgm:spPr/>
      <dgm:t>
        <a:bodyPr/>
        <a:lstStyle/>
        <a:p>
          <a:r>
            <a:rPr lang="en-US"/>
            <a:t>C#: ref var x</a:t>
          </a:r>
        </a:p>
      </dgm:t>
    </dgm:pt>
    <dgm:pt modelId="{45A7DD96-87CB-4B77-B4B6-591FB0FC50B2}" type="parTrans" cxnId="{960DD08C-8CA7-4BEF-B550-A28C2D028433}">
      <dgm:prSet/>
      <dgm:spPr/>
      <dgm:t>
        <a:bodyPr/>
        <a:lstStyle/>
        <a:p>
          <a:endParaRPr lang="en-US"/>
        </a:p>
      </dgm:t>
    </dgm:pt>
    <dgm:pt modelId="{1E03F395-8F30-451D-BE67-A8F22704A4D7}" type="sibTrans" cxnId="{960DD08C-8CA7-4BEF-B550-A28C2D028433}">
      <dgm:prSet/>
      <dgm:spPr/>
      <dgm:t>
        <a:bodyPr/>
        <a:lstStyle/>
        <a:p>
          <a:endParaRPr lang="en-US"/>
        </a:p>
      </dgm:t>
    </dgm:pt>
    <dgm:pt modelId="{2F47D756-2006-424D-8915-19328988CBEB}">
      <dgm:prSet/>
      <dgm:spPr/>
      <dgm:t>
        <a:bodyPr/>
        <a:lstStyle/>
        <a:p>
          <a:r>
            <a:rPr lang="en-US"/>
            <a:t>C#</a:t>
          </a:r>
          <a:r>
            <a:rPr lang="ko-KR"/>
            <a:t>에서는 입력과 출력 </a:t>
          </a:r>
          <a:r>
            <a:rPr lang="en-US"/>
            <a:t>reference</a:t>
          </a:r>
          <a:r>
            <a:rPr lang="ko-KR"/>
            <a:t>를 </a:t>
          </a:r>
          <a:r>
            <a:rPr lang="en-US"/>
            <a:t>in, out</a:t>
          </a:r>
          <a:r>
            <a:rPr lang="ko-KR"/>
            <a:t>으로 구분 가능함</a:t>
          </a:r>
          <a:endParaRPr lang="en-US"/>
        </a:p>
      </dgm:t>
    </dgm:pt>
    <dgm:pt modelId="{C65097C7-C224-45BD-85F0-62A6F08903F1}" type="parTrans" cxnId="{843BB5A7-C764-4780-BFFE-5E3C447E9E55}">
      <dgm:prSet/>
      <dgm:spPr/>
      <dgm:t>
        <a:bodyPr/>
        <a:lstStyle/>
        <a:p>
          <a:endParaRPr lang="en-US"/>
        </a:p>
      </dgm:t>
    </dgm:pt>
    <dgm:pt modelId="{C079E292-A30C-4391-AD8F-A95BA0A7C3F5}" type="sibTrans" cxnId="{843BB5A7-C764-4780-BFFE-5E3C447E9E55}">
      <dgm:prSet/>
      <dgm:spPr/>
      <dgm:t>
        <a:bodyPr/>
        <a:lstStyle/>
        <a:p>
          <a:endParaRPr lang="en-US"/>
        </a:p>
      </dgm:t>
    </dgm:pt>
    <dgm:pt modelId="{DD4637D2-A988-4F5F-AAD6-035FF10D3563}">
      <dgm:prSet/>
      <dgm:spPr/>
      <dgm:t>
        <a:bodyPr/>
        <a:lstStyle/>
        <a:p>
          <a:r>
            <a:rPr lang="en-US"/>
            <a:t>in, out </a:t>
          </a:r>
          <a:r>
            <a:rPr lang="ko-KR"/>
            <a:t>대신 </a:t>
          </a:r>
          <a:r>
            <a:rPr lang="en-US"/>
            <a:t>ref</a:t>
          </a:r>
          <a:r>
            <a:rPr lang="ko-KR"/>
            <a:t>를 쓸 수 있지만</a:t>
          </a:r>
          <a:r>
            <a:rPr lang="en-US"/>
            <a:t>, ref</a:t>
          </a:r>
          <a:r>
            <a:rPr lang="ko-KR"/>
            <a:t>는 입출력에 모두 적용 가능하여 입출력이 구분되지 않음</a:t>
          </a:r>
          <a:endParaRPr lang="en-US"/>
        </a:p>
      </dgm:t>
    </dgm:pt>
    <dgm:pt modelId="{705468F0-1A24-477E-ADF3-BEEF4126919A}" type="parTrans" cxnId="{8ED4F205-B342-43C8-B67B-50254FE4C39C}">
      <dgm:prSet/>
      <dgm:spPr/>
      <dgm:t>
        <a:bodyPr/>
        <a:lstStyle/>
        <a:p>
          <a:endParaRPr lang="en-US"/>
        </a:p>
      </dgm:t>
    </dgm:pt>
    <dgm:pt modelId="{C4CBE99A-656D-4C5D-96A8-C244C8D8966A}" type="sibTrans" cxnId="{8ED4F205-B342-43C8-B67B-50254FE4C39C}">
      <dgm:prSet/>
      <dgm:spPr/>
      <dgm:t>
        <a:bodyPr/>
        <a:lstStyle/>
        <a:p>
          <a:endParaRPr lang="en-US"/>
        </a:p>
      </dgm:t>
    </dgm:pt>
    <dgm:pt modelId="{592D5809-AFF1-4441-900E-BCFE4B8BDCE3}" type="pres">
      <dgm:prSet presAssocID="{AB845557-1596-41BE-AC83-2CFE41DB062F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7608F37-BEB5-4705-B550-EB7B6FA4AF51}" type="pres">
      <dgm:prSet presAssocID="{4F4D606F-E414-44DF-B9EE-DA7748711977}" presName="root" presStyleCnt="0"/>
      <dgm:spPr/>
    </dgm:pt>
    <dgm:pt modelId="{00B3EDBD-2E8D-46FF-8242-CA2D53DEA1C5}" type="pres">
      <dgm:prSet presAssocID="{4F4D606F-E414-44DF-B9EE-DA7748711977}" presName="rootComposite" presStyleCnt="0"/>
      <dgm:spPr/>
    </dgm:pt>
    <dgm:pt modelId="{D0A0B405-6ED1-498C-AFEC-D2E02FA1DB79}" type="pres">
      <dgm:prSet presAssocID="{4F4D606F-E414-44DF-B9EE-DA7748711977}" presName="rootText" presStyleLbl="node1" presStyleIdx="0" presStyleCnt="3"/>
      <dgm:spPr/>
    </dgm:pt>
    <dgm:pt modelId="{91AFB534-D7B6-4709-B30F-B8A5E7AE0402}" type="pres">
      <dgm:prSet presAssocID="{4F4D606F-E414-44DF-B9EE-DA7748711977}" presName="rootConnector" presStyleLbl="node1" presStyleIdx="0" presStyleCnt="3"/>
      <dgm:spPr/>
    </dgm:pt>
    <dgm:pt modelId="{45E21723-3B1B-4B7B-A31C-A65FDF559927}" type="pres">
      <dgm:prSet presAssocID="{4F4D606F-E414-44DF-B9EE-DA7748711977}" presName="childShape" presStyleCnt="0"/>
      <dgm:spPr/>
    </dgm:pt>
    <dgm:pt modelId="{817E9EEC-017C-4257-9C1A-8D4A4F525351}" type="pres">
      <dgm:prSet presAssocID="{8C671F94-67E9-4D0C-8D32-70B8FE81B121}" presName="root" presStyleCnt="0"/>
      <dgm:spPr/>
    </dgm:pt>
    <dgm:pt modelId="{3CA49401-107D-4EB0-8D07-C6FDD8FDE818}" type="pres">
      <dgm:prSet presAssocID="{8C671F94-67E9-4D0C-8D32-70B8FE81B121}" presName="rootComposite" presStyleCnt="0"/>
      <dgm:spPr/>
    </dgm:pt>
    <dgm:pt modelId="{9A67686C-1BD1-4CD0-B27C-10FD1BF40336}" type="pres">
      <dgm:prSet presAssocID="{8C671F94-67E9-4D0C-8D32-70B8FE81B121}" presName="rootText" presStyleLbl="node1" presStyleIdx="1" presStyleCnt="3"/>
      <dgm:spPr/>
    </dgm:pt>
    <dgm:pt modelId="{4903E3F3-3552-4A18-9191-D70045BAF06B}" type="pres">
      <dgm:prSet presAssocID="{8C671F94-67E9-4D0C-8D32-70B8FE81B121}" presName="rootConnector" presStyleLbl="node1" presStyleIdx="1" presStyleCnt="3"/>
      <dgm:spPr/>
    </dgm:pt>
    <dgm:pt modelId="{7308A0DB-D098-4BC1-98F9-F180567F7AA7}" type="pres">
      <dgm:prSet presAssocID="{8C671F94-67E9-4D0C-8D32-70B8FE81B121}" presName="childShape" presStyleCnt="0"/>
      <dgm:spPr/>
    </dgm:pt>
    <dgm:pt modelId="{2A7541BB-4ABB-4051-B63B-EE3643E81762}" type="pres">
      <dgm:prSet presAssocID="{2F47D756-2006-424D-8915-19328988CBEB}" presName="root" presStyleCnt="0"/>
      <dgm:spPr/>
    </dgm:pt>
    <dgm:pt modelId="{AB5685DA-DECC-4599-8E08-EA1A5418155C}" type="pres">
      <dgm:prSet presAssocID="{2F47D756-2006-424D-8915-19328988CBEB}" presName="rootComposite" presStyleCnt="0"/>
      <dgm:spPr/>
    </dgm:pt>
    <dgm:pt modelId="{F30730F3-2E91-4A1A-AE3B-1EF295110B61}" type="pres">
      <dgm:prSet presAssocID="{2F47D756-2006-424D-8915-19328988CBEB}" presName="rootText" presStyleLbl="node1" presStyleIdx="2" presStyleCnt="3"/>
      <dgm:spPr/>
    </dgm:pt>
    <dgm:pt modelId="{D7F483A0-4E11-4EFB-8C1A-2728BA64D545}" type="pres">
      <dgm:prSet presAssocID="{2F47D756-2006-424D-8915-19328988CBEB}" presName="rootConnector" presStyleLbl="node1" presStyleIdx="2" presStyleCnt="3"/>
      <dgm:spPr/>
    </dgm:pt>
    <dgm:pt modelId="{C4A8875C-6DE4-4142-8751-81A93D58620E}" type="pres">
      <dgm:prSet presAssocID="{2F47D756-2006-424D-8915-19328988CBEB}" presName="childShape" presStyleCnt="0"/>
      <dgm:spPr/>
    </dgm:pt>
    <dgm:pt modelId="{FE794705-6244-4BAF-8545-D97E143BF368}" type="pres">
      <dgm:prSet presAssocID="{705468F0-1A24-477E-ADF3-BEEF4126919A}" presName="Name13" presStyleLbl="parChTrans1D2" presStyleIdx="0" presStyleCnt="1"/>
      <dgm:spPr/>
    </dgm:pt>
    <dgm:pt modelId="{34BBCE51-5FB3-4A25-BDDF-5B5B4CA3DAF0}" type="pres">
      <dgm:prSet presAssocID="{DD4637D2-A988-4F5F-AAD6-035FF10D3563}" presName="childText" presStyleLbl="bgAcc1" presStyleIdx="0" presStyleCnt="1">
        <dgm:presLayoutVars>
          <dgm:bulletEnabled val="1"/>
        </dgm:presLayoutVars>
      </dgm:prSet>
      <dgm:spPr/>
    </dgm:pt>
  </dgm:ptLst>
  <dgm:cxnLst>
    <dgm:cxn modelId="{8ED4F205-B342-43C8-B67B-50254FE4C39C}" srcId="{2F47D756-2006-424D-8915-19328988CBEB}" destId="{DD4637D2-A988-4F5F-AAD6-035FF10D3563}" srcOrd="0" destOrd="0" parTransId="{705468F0-1A24-477E-ADF3-BEEF4126919A}" sibTransId="{C4CBE99A-656D-4C5D-96A8-C244C8D8966A}"/>
    <dgm:cxn modelId="{E552030C-19C0-47B2-ABE5-C425879ED1F4}" type="presOf" srcId="{8C671F94-67E9-4D0C-8D32-70B8FE81B121}" destId="{4903E3F3-3552-4A18-9191-D70045BAF06B}" srcOrd="1" destOrd="0" presId="urn:microsoft.com/office/officeart/2005/8/layout/hierarchy3"/>
    <dgm:cxn modelId="{41145436-CF23-4A62-A4FF-8FB6F58E0707}" type="presOf" srcId="{2F47D756-2006-424D-8915-19328988CBEB}" destId="{D7F483A0-4E11-4EFB-8C1A-2728BA64D545}" srcOrd="1" destOrd="0" presId="urn:microsoft.com/office/officeart/2005/8/layout/hierarchy3"/>
    <dgm:cxn modelId="{E82D013A-325F-44A5-A5FB-473C4322D42B}" type="presOf" srcId="{4F4D606F-E414-44DF-B9EE-DA7748711977}" destId="{D0A0B405-6ED1-498C-AFEC-D2E02FA1DB79}" srcOrd="0" destOrd="0" presId="urn:microsoft.com/office/officeart/2005/8/layout/hierarchy3"/>
    <dgm:cxn modelId="{85060267-6AD8-45E2-9BA5-5F27114BBE43}" type="presOf" srcId="{705468F0-1A24-477E-ADF3-BEEF4126919A}" destId="{FE794705-6244-4BAF-8545-D97E143BF368}" srcOrd="0" destOrd="0" presId="urn:microsoft.com/office/officeart/2005/8/layout/hierarchy3"/>
    <dgm:cxn modelId="{2A5D7275-EDB1-4100-B4E4-4DB00EE1359E}" type="presOf" srcId="{AB845557-1596-41BE-AC83-2CFE41DB062F}" destId="{592D5809-AFF1-4441-900E-BCFE4B8BDCE3}" srcOrd="0" destOrd="0" presId="urn:microsoft.com/office/officeart/2005/8/layout/hierarchy3"/>
    <dgm:cxn modelId="{98C99857-FB20-4162-BED0-89634CD6C5F5}" type="presOf" srcId="{4F4D606F-E414-44DF-B9EE-DA7748711977}" destId="{91AFB534-D7B6-4709-B30F-B8A5E7AE0402}" srcOrd="1" destOrd="0" presId="urn:microsoft.com/office/officeart/2005/8/layout/hierarchy3"/>
    <dgm:cxn modelId="{98B1CF7F-27EB-4F30-AC17-8B96CF217619}" srcId="{AB845557-1596-41BE-AC83-2CFE41DB062F}" destId="{4F4D606F-E414-44DF-B9EE-DA7748711977}" srcOrd="0" destOrd="0" parTransId="{47C4218A-5073-4DD3-8096-26BD2476CD2B}" sibTransId="{E0B66550-F65F-406C-A092-8E621F140DF7}"/>
    <dgm:cxn modelId="{960DD08C-8CA7-4BEF-B550-A28C2D028433}" srcId="{AB845557-1596-41BE-AC83-2CFE41DB062F}" destId="{8C671F94-67E9-4D0C-8D32-70B8FE81B121}" srcOrd="1" destOrd="0" parTransId="{45A7DD96-87CB-4B77-B4B6-591FB0FC50B2}" sibTransId="{1E03F395-8F30-451D-BE67-A8F22704A4D7}"/>
    <dgm:cxn modelId="{843BB5A7-C764-4780-BFFE-5E3C447E9E55}" srcId="{AB845557-1596-41BE-AC83-2CFE41DB062F}" destId="{2F47D756-2006-424D-8915-19328988CBEB}" srcOrd="2" destOrd="0" parTransId="{C65097C7-C224-45BD-85F0-62A6F08903F1}" sibTransId="{C079E292-A30C-4391-AD8F-A95BA0A7C3F5}"/>
    <dgm:cxn modelId="{67562DF0-B13C-4F19-AFC3-7C06D2469DEC}" type="presOf" srcId="{8C671F94-67E9-4D0C-8D32-70B8FE81B121}" destId="{9A67686C-1BD1-4CD0-B27C-10FD1BF40336}" srcOrd="0" destOrd="0" presId="urn:microsoft.com/office/officeart/2005/8/layout/hierarchy3"/>
    <dgm:cxn modelId="{E91FCAF7-306B-4ED1-939D-41B709375AE4}" type="presOf" srcId="{DD4637D2-A988-4F5F-AAD6-035FF10D3563}" destId="{34BBCE51-5FB3-4A25-BDDF-5B5B4CA3DAF0}" srcOrd="0" destOrd="0" presId="urn:microsoft.com/office/officeart/2005/8/layout/hierarchy3"/>
    <dgm:cxn modelId="{CB0BB9FC-2156-459D-AFF1-0E5517D814BD}" type="presOf" srcId="{2F47D756-2006-424D-8915-19328988CBEB}" destId="{F30730F3-2E91-4A1A-AE3B-1EF295110B61}" srcOrd="0" destOrd="0" presId="urn:microsoft.com/office/officeart/2005/8/layout/hierarchy3"/>
    <dgm:cxn modelId="{23B07377-0376-41FB-B68A-8012E17DDFA1}" type="presParOf" srcId="{592D5809-AFF1-4441-900E-BCFE4B8BDCE3}" destId="{47608F37-BEB5-4705-B550-EB7B6FA4AF51}" srcOrd="0" destOrd="0" presId="urn:microsoft.com/office/officeart/2005/8/layout/hierarchy3"/>
    <dgm:cxn modelId="{837E0981-008D-4C63-BADC-91EE88428C01}" type="presParOf" srcId="{47608F37-BEB5-4705-B550-EB7B6FA4AF51}" destId="{00B3EDBD-2E8D-46FF-8242-CA2D53DEA1C5}" srcOrd="0" destOrd="0" presId="urn:microsoft.com/office/officeart/2005/8/layout/hierarchy3"/>
    <dgm:cxn modelId="{D91F0E3E-28BB-4C23-83B7-2548A99651C5}" type="presParOf" srcId="{00B3EDBD-2E8D-46FF-8242-CA2D53DEA1C5}" destId="{D0A0B405-6ED1-498C-AFEC-D2E02FA1DB79}" srcOrd="0" destOrd="0" presId="urn:microsoft.com/office/officeart/2005/8/layout/hierarchy3"/>
    <dgm:cxn modelId="{06785007-C90C-4467-BA2B-D9DDECD1F855}" type="presParOf" srcId="{00B3EDBD-2E8D-46FF-8242-CA2D53DEA1C5}" destId="{91AFB534-D7B6-4709-B30F-B8A5E7AE0402}" srcOrd="1" destOrd="0" presId="urn:microsoft.com/office/officeart/2005/8/layout/hierarchy3"/>
    <dgm:cxn modelId="{8246F7BA-E568-4C98-B8E7-1A8735085EAA}" type="presParOf" srcId="{47608F37-BEB5-4705-B550-EB7B6FA4AF51}" destId="{45E21723-3B1B-4B7B-A31C-A65FDF559927}" srcOrd="1" destOrd="0" presId="urn:microsoft.com/office/officeart/2005/8/layout/hierarchy3"/>
    <dgm:cxn modelId="{AF1CFB48-F41F-4D01-95B4-383815D5CFFC}" type="presParOf" srcId="{592D5809-AFF1-4441-900E-BCFE4B8BDCE3}" destId="{817E9EEC-017C-4257-9C1A-8D4A4F525351}" srcOrd="1" destOrd="0" presId="urn:microsoft.com/office/officeart/2005/8/layout/hierarchy3"/>
    <dgm:cxn modelId="{99AB9E01-37DB-411B-A35B-E8303FF61D91}" type="presParOf" srcId="{817E9EEC-017C-4257-9C1A-8D4A4F525351}" destId="{3CA49401-107D-4EB0-8D07-C6FDD8FDE818}" srcOrd="0" destOrd="0" presId="urn:microsoft.com/office/officeart/2005/8/layout/hierarchy3"/>
    <dgm:cxn modelId="{54192D5E-C62D-403F-AA99-454CFEDA12E4}" type="presParOf" srcId="{3CA49401-107D-4EB0-8D07-C6FDD8FDE818}" destId="{9A67686C-1BD1-4CD0-B27C-10FD1BF40336}" srcOrd="0" destOrd="0" presId="urn:microsoft.com/office/officeart/2005/8/layout/hierarchy3"/>
    <dgm:cxn modelId="{5C56B1DA-816E-4645-86B5-0D93EFBCA2E3}" type="presParOf" srcId="{3CA49401-107D-4EB0-8D07-C6FDD8FDE818}" destId="{4903E3F3-3552-4A18-9191-D70045BAF06B}" srcOrd="1" destOrd="0" presId="urn:microsoft.com/office/officeart/2005/8/layout/hierarchy3"/>
    <dgm:cxn modelId="{1931CA8E-C61C-4C86-8FD2-8E59648910DA}" type="presParOf" srcId="{817E9EEC-017C-4257-9C1A-8D4A4F525351}" destId="{7308A0DB-D098-4BC1-98F9-F180567F7AA7}" srcOrd="1" destOrd="0" presId="urn:microsoft.com/office/officeart/2005/8/layout/hierarchy3"/>
    <dgm:cxn modelId="{20F2FE6E-FF59-46A2-B8BC-F36DB28ED59E}" type="presParOf" srcId="{592D5809-AFF1-4441-900E-BCFE4B8BDCE3}" destId="{2A7541BB-4ABB-4051-B63B-EE3643E81762}" srcOrd="2" destOrd="0" presId="urn:microsoft.com/office/officeart/2005/8/layout/hierarchy3"/>
    <dgm:cxn modelId="{CA05408A-3C3B-44E9-A796-7F607C23838E}" type="presParOf" srcId="{2A7541BB-4ABB-4051-B63B-EE3643E81762}" destId="{AB5685DA-DECC-4599-8E08-EA1A5418155C}" srcOrd="0" destOrd="0" presId="urn:microsoft.com/office/officeart/2005/8/layout/hierarchy3"/>
    <dgm:cxn modelId="{10E986DF-F5C9-4CF0-A4D1-442AF025035F}" type="presParOf" srcId="{AB5685DA-DECC-4599-8E08-EA1A5418155C}" destId="{F30730F3-2E91-4A1A-AE3B-1EF295110B61}" srcOrd="0" destOrd="0" presId="urn:microsoft.com/office/officeart/2005/8/layout/hierarchy3"/>
    <dgm:cxn modelId="{43789C64-E962-4DBA-9FED-8F52EDEBB0D2}" type="presParOf" srcId="{AB5685DA-DECC-4599-8E08-EA1A5418155C}" destId="{D7F483A0-4E11-4EFB-8C1A-2728BA64D545}" srcOrd="1" destOrd="0" presId="urn:microsoft.com/office/officeart/2005/8/layout/hierarchy3"/>
    <dgm:cxn modelId="{AA0AC618-9108-4B00-9689-5F3417A02F53}" type="presParOf" srcId="{2A7541BB-4ABB-4051-B63B-EE3643E81762}" destId="{C4A8875C-6DE4-4142-8751-81A93D58620E}" srcOrd="1" destOrd="0" presId="urn:microsoft.com/office/officeart/2005/8/layout/hierarchy3"/>
    <dgm:cxn modelId="{81E82C7F-FFDF-454C-90EA-6B0A1A205F06}" type="presParOf" srcId="{C4A8875C-6DE4-4142-8751-81A93D58620E}" destId="{FE794705-6244-4BAF-8545-D97E143BF368}" srcOrd="0" destOrd="0" presId="urn:microsoft.com/office/officeart/2005/8/layout/hierarchy3"/>
    <dgm:cxn modelId="{087B38A8-AAA5-46FB-82FB-7EE39C877C1C}" type="presParOf" srcId="{C4A8875C-6DE4-4142-8751-81A93D58620E}" destId="{34BBCE51-5FB3-4A25-BDDF-5B5B4CA3DAF0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965542E-801E-4CAB-ACA9-F2BDD863855D}" type="doc">
      <dgm:prSet loTypeId="urn:microsoft.com/office/officeart/2005/8/layout/chevron2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BB74005-0681-4C88-92B3-032D02581B49}">
      <dgm:prSet/>
      <dgm:spPr/>
      <dgm:t>
        <a:bodyPr/>
        <a:lstStyle/>
        <a:p>
          <a:r>
            <a:rPr lang="ko-KR"/>
            <a:t>상속 받은 </a:t>
          </a:r>
          <a:r>
            <a:rPr lang="en-US"/>
            <a:t>class</a:t>
          </a:r>
          <a:r>
            <a:rPr lang="ko-KR"/>
            <a:t>에서 특정 메소드를 반드시 구현하도록 강제하는 </a:t>
          </a:r>
          <a:r>
            <a:rPr lang="en-US"/>
            <a:t>class</a:t>
          </a:r>
        </a:p>
      </dgm:t>
    </dgm:pt>
    <dgm:pt modelId="{ECD8D345-2F43-402A-98F7-C7D5ADE00931}" type="parTrans" cxnId="{93D20DBD-04BE-4BCB-9316-8BF7CEC571EC}">
      <dgm:prSet/>
      <dgm:spPr/>
      <dgm:t>
        <a:bodyPr/>
        <a:lstStyle/>
        <a:p>
          <a:endParaRPr lang="en-US"/>
        </a:p>
      </dgm:t>
    </dgm:pt>
    <dgm:pt modelId="{564070F3-0567-4365-9017-73F8F2E8CC31}" type="sibTrans" cxnId="{93D20DBD-04BE-4BCB-9316-8BF7CEC571EC}">
      <dgm:prSet/>
      <dgm:spPr/>
      <dgm:t>
        <a:bodyPr/>
        <a:lstStyle/>
        <a:p>
          <a:endParaRPr lang="en-US"/>
        </a:p>
      </dgm:t>
    </dgm:pt>
    <dgm:pt modelId="{EEC0E4B9-5A4A-4D4D-9B78-050E0C02E633}">
      <dgm:prSet/>
      <dgm:spPr/>
      <dgm:t>
        <a:bodyPr/>
        <a:lstStyle/>
        <a:p>
          <a:r>
            <a:rPr lang="ko-KR"/>
            <a:t>부모 </a:t>
          </a:r>
          <a:r>
            <a:rPr lang="en-US"/>
            <a:t>class: </a:t>
          </a:r>
          <a:r>
            <a:rPr lang="ko-KR"/>
            <a:t>강제할 메소드에 </a:t>
          </a:r>
          <a:r>
            <a:rPr lang="en-US"/>
            <a:t>abstract</a:t>
          </a:r>
          <a:r>
            <a:rPr lang="ko-KR"/>
            <a:t>로 표시</a:t>
          </a:r>
          <a:endParaRPr lang="en-US"/>
        </a:p>
      </dgm:t>
    </dgm:pt>
    <dgm:pt modelId="{CCBA2F9D-7A37-411F-9C36-BDDCB4F7D2AF}" type="parTrans" cxnId="{14634DF6-EAA4-4BA7-A9B6-468BADF87CDC}">
      <dgm:prSet/>
      <dgm:spPr/>
      <dgm:t>
        <a:bodyPr/>
        <a:lstStyle/>
        <a:p>
          <a:endParaRPr lang="en-US"/>
        </a:p>
      </dgm:t>
    </dgm:pt>
    <dgm:pt modelId="{C3DD6601-B902-4477-8F6D-866227661A20}" type="sibTrans" cxnId="{14634DF6-EAA4-4BA7-A9B6-468BADF87CDC}">
      <dgm:prSet/>
      <dgm:spPr/>
      <dgm:t>
        <a:bodyPr/>
        <a:lstStyle/>
        <a:p>
          <a:endParaRPr lang="en-US"/>
        </a:p>
      </dgm:t>
    </dgm:pt>
    <dgm:pt modelId="{EDD0DD8B-F128-4DCE-BA06-7DB3DE339C5D}">
      <dgm:prSet/>
      <dgm:spPr/>
      <dgm:t>
        <a:bodyPr/>
        <a:lstStyle/>
        <a:p>
          <a:r>
            <a:rPr lang="ko-KR"/>
            <a:t>자식 </a:t>
          </a:r>
          <a:r>
            <a:rPr lang="en-US"/>
            <a:t>class: </a:t>
          </a:r>
          <a:r>
            <a:rPr lang="ko-KR"/>
            <a:t>구현할 메소드에 </a:t>
          </a:r>
          <a:r>
            <a:rPr lang="en-US"/>
            <a:t>override</a:t>
          </a:r>
          <a:r>
            <a:rPr lang="ko-KR"/>
            <a:t>로 표시</a:t>
          </a:r>
          <a:r>
            <a:rPr lang="en-US"/>
            <a:t>; </a:t>
          </a:r>
          <a:r>
            <a:rPr lang="ko-KR"/>
            <a:t>자식의 자식으로 구현을 넘길 때는 </a:t>
          </a:r>
          <a:r>
            <a:rPr lang="en-US"/>
            <a:t>abstract</a:t>
          </a:r>
          <a:r>
            <a:rPr lang="ko-KR"/>
            <a:t>를 다시 표시</a:t>
          </a:r>
          <a:endParaRPr lang="en-US"/>
        </a:p>
      </dgm:t>
    </dgm:pt>
    <dgm:pt modelId="{2AEA93C7-BBCE-4F85-9075-ED4370C67A19}" type="parTrans" cxnId="{D2E16B3D-9464-4D0A-AEAD-8C16F63E285C}">
      <dgm:prSet/>
      <dgm:spPr/>
      <dgm:t>
        <a:bodyPr/>
        <a:lstStyle/>
        <a:p>
          <a:endParaRPr lang="en-US"/>
        </a:p>
      </dgm:t>
    </dgm:pt>
    <dgm:pt modelId="{FD89A0BB-CF19-4317-8C8D-CBD891AC42F4}" type="sibTrans" cxnId="{D2E16B3D-9464-4D0A-AEAD-8C16F63E285C}">
      <dgm:prSet/>
      <dgm:spPr/>
      <dgm:t>
        <a:bodyPr/>
        <a:lstStyle/>
        <a:p>
          <a:endParaRPr lang="en-US"/>
        </a:p>
      </dgm:t>
    </dgm:pt>
    <dgm:pt modelId="{2F855435-CA88-4E6F-9DAA-FD0C20038DC7}">
      <dgm:prSet/>
      <dgm:spPr/>
      <dgm:t>
        <a:bodyPr/>
        <a:lstStyle/>
        <a:p>
          <a:r>
            <a:rPr lang="ko-KR" dirty="0"/>
            <a:t>나머지는 일반적인 </a:t>
          </a:r>
          <a:r>
            <a:rPr lang="en-US" dirty="0"/>
            <a:t>class</a:t>
          </a:r>
          <a:r>
            <a:rPr lang="ko-KR" dirty="0"/>
            <a:t>와 동일</a:t>
          </a:r>
          <a:endParaRPr lang="en-US" dirty="0"/>
        </a:p>
      </dgm:t>
    </dgm:pt>
    <dgm:pt modelId="{C02B98EC-3AED-4945-8F32-5D0B413B9419}" type="parTrans" cxnId="{017DEE8F-BCBB-46AD-9B2B-FDBA155B1492}">
      <dgm:prSet/>
      <dgm:spPr/>
      <dgm:t>
        <a:bodyPr/>
        <a:lstStyle/>
        <a:p>
          <a:endParaRPr lang="en-US"/>
        </a:p>
      </dgm:t>
    </dgm:pt>
    <dgm:pt modelId="{CAD64579-479C-477A-9DCA-6D9E0C75A7D1}" type="sibTrans" cxnId="{017DEE8F-BCBB-46AD-9B2B-FDBA155B1492}">
      <dgm:prSet/>
      <dgm:spPr/>
      <dgm:t>
        <a:bodyPr/>
        <a:lstStyle/>
        <a:p>
          <a:endParaRPr lang="en-US"/>
        </a:p>
      </dgm:t>
    </dgm:pt>
    <dgm:pt modelId="{1EA003DB-7870-4188-9CA5-8615E62BF658}">
      <dgm:prSet/>
      <dgm:spPr/>
      <dgm:t>
        <a:bodyPr/>
        <a:lstStyle/>
        <a:p>
          <a:r>
            <a:rPr lang="ko-KR" altLang="en-US" dirty="0"/>
            <a:t>일반 메소드와 필드를 모두 가질 수 있음</a:t>
          </a:r>
          <a:endParaRPr lang="en-US" dirty="0"/>
        </a:p>
      </dgm:t>
    </dgm:pt>
    <dgm:pt modelId="{A7A913F3-CE3D-4F55-9615-54469ACA1F46}" type="parTrans" cxnId="{19C51910-4C46-4266-8819-34AFFECF2692}">
      <dgm:prSet/>
      <dgm:spPr/>
      <dgm:t>
        <a:bodyPr/>
        <a:lstStyle/>
        <a:p>
          <a:pPr latinLnBrk="1"/>
          <a:endParaRPr lang="ko-KR" altLang="en-US"/>
        </a:p>
      </dgm:t>
    </dgm:pt>
    <dgm:pt modelId="{C53152EC-211E-4829-8CE5-FB300C07D008}" type="sibTrans" cxnId="{19C51910-4C46-4266-8819-34AFFECF2692}">
      <dgm:prSet/>
      <dgm:spPr/>
      <dgm:t>
        <a:bodyPr/>
        <a:lstStyle/>
        <a:p>
          <a:pPr latinLnBrk="1"/>
          <a:endParaRPr lang="ko-KR" altLang="en-US"/>
        </a:p>
      </dgm:t>
    </dgm:pt>
    <dgm:pt modelId="{708192D2-A83C-4909-AEB3-DE38092395F1}">
      <dgm:prSet/>
      <dgm:spPr/>
      <dgm:t>
        <a:bodyPr/>
        <a:lstStyle/>
        <a:p>
          <a:r>
            <a:rPr lang="en-US" dirty="0"/>
            <a:t>Abstract class</a:t>
          </a:r>
          <a:r>
            <a:rPr lang="ko-KR" altLang="en-US" dirty="0"/>
            <a:t>는 인스턴스를 가질 수 없음</a:t>
          </a:r>
          <a:endParaRPr lang="en-US" dirty="0"/>
        </a:p>
      </dgm:t>
    </dgm:pt>
    <dgm:pt modelId="{6092827D-812D-4799-94EF-A6010333117D}" type="parTrans" cxnId="{6E7A95DF-C9DB-4456-8410-3160540DD556}">
      <dgm:prSet/>
      <dgm:spPr/>
      <dgm:t>
        <a:bodyPr/>
        <a:lstStyle/>
        <a:p>
          <a:pPr latinLnBrk="1"/>
          <a:endParaRPr lang="ko-KR" altLang="en-US"/>
        </a:p>
      </dgm:t>
    </dgm:pt>
    <dgm:pt modelId="{F96D4A6A-9485-4276-8278-2C9ABC6811EB}" type="sibTrans" cxnId="{6E7A95DF-C9DB-4456-8410-3160540DD556}">
      <dgm:prSet/>
      <dgm:spPr/>
      <dgm:t>
        <a:bodyPr/>
        <a:lstStyle/>
        <a:p>
          <a:pPr latinLnBrk="1"/>
          <a:endParaRPr lang="ko-KR" altLang="en-US"/>
        </a:p>
      </dgm:t>
    </dgm:pt>
    <dgm:pt modelId="{20518A64-A06B-44A6-9604-D265F896E011}" type="pres">
      <dgm:prSet presAssocID="{5965542E-801E-4CAB-ACA9-F2BDD863855D}" presName="linearFlow" presStyleCnt="0">
        <dgm:presLayoutVars>
          <dgm:dir/>
          <dgm:animLvl val="lvl"/>
          <dgm:resizeHandles val="exact"/>
        </dgm:presLayoutVars>
      </dgm:prSet>
      <dgm:spPr/>
    </dgm:pt>
    <dgm:pt modelId="{2B846E34-7B58-4BAC-AB99-FC2188E66DC8}" type="pres">
      <dgm:prSet presAssocID="{7BB74005-0681-4C88-92B3-032D02581B49}" presName="composite" presStyleCnt="0"/>
      <dgm:spPr/>
    </dgm:pt>
    <dgm:pt modelId="{0495717E-A47B-463A-AA08-8226041569A1}" type="pres">
      <dgm:prSet presAssocID="{7BB74005-0681-4C88-92B3-032D02581B49}" presName="parentText" presStyleLbl="alignNode1" presStyleIdx="0" presStyleCnt="2">
        <dgm:presLayoutVars>
          <dgm:chMax val="1"/>
          <dgm:bulletEnabled val="1"/>
        </dgm:presLayoutVars>
      </dgm:prSet>
      <dgm:spPr/>
    </dgm:pt>
    <dgm:pt modelId="{800A16A8-BD14-422D-A55A-A33196A8B5DF}" type="pres">
      <dgm:prSet presAssocID="{7BB74005-0681-4C88-92B3-032D02581B49}" presName="descendantText" presStyleLbl="alignAcc1" presStyleIdx="0" presStyleCnt="2">
        <dgm:presLayoutVars>
          <dgm:bulletEnabled val="1"/>
        </dgm:presLayoutVars>
      </dgm:prSet>
      <dgm:spPr/>
    </dgm:pt>
    <dgm:pt modelId="{F1A019C4-1C99-4C70-A705-190B2C9FEADA}" type="pres">
      <dgm:prSet presAssocID="{564070F3-0567-4365-9017-73F8F2E8CC31}" presName="sp" presStyleCnt="0"/>
      <dgm:spPr/>
    </dgm:pt>
    <dgm:pt modelId="{49B67237-68CF-430F-A824-B1071C387A5A}" type="pres">
      <dgm:prSet presAssocID="{2F855435-CA88-4E6F-9DAA-FD0C20038DC7}" presName="composite" presStyleCnt="0"/>
      <dgm:spPr/>
    </dgm:pt>
    <dgm:pt modelId="{3BF40106-E5F9-428D-BE1E-24403AEA8B68}" type="pres">
      <dgm:prSet presAssocID="{2F855435-CA88-4E6F-9DAA-FD0C20038DC7}" presName="parentText" presStyleLbl="alignNode1" presStyleIdx="1" presStyleCnt="2">
        <dgm:presLayoutVars>
          <dgm:chMax val="1"/>
          <dgm:bulletEnabled val="1"/>
        </dgm:presLayoutVars>
      </dgm:prSet>
      <dgm:spPr/>
    </dgm:pt>
    <dgm:pt modelId="{F8EB865C-B551-4257-9AB2-AFF02415CA89}" type="pres">
      <dgm:prSet presAssocID="{2F855435-CA88-4E6F-9DAA-FD0C20038DC7}" presName="descendantText" presStyleLbl="alignAcc1" presStyleIdx="1" presStyleCnt="2">
        <dgm:presLayoutVars>
          <dgm:bulletEnabled val="1"/>
        </dgm:presLayoutVars>
      </dgm:prSet>
      <dgm:spPr/>
    </dgm:pt>
  </dgm:ptLst>
  <dgm:cxnLst>
    <dgm:cxn modelId="{19C51910-4C46-4266-8819-34AFFECF2692}" srcId="{2F855435-CA88-4E6F-9DAA-FD0C20038DC7}" destId="{1EA003DB-7870-4188-9CA5-8615E62BF658}" srcOrd="0" destOrd="0" parTransId="{A7A913F3-CE3D-4F55-9615-54469ACA1F46}" sibTransId="{C53152EC-211E-4829-8CE5-FB300C07D008}"/>
    <dgm:cxn modelId="{A97A0A1D-FAC8-4D60-A6EB-C7CEBDC5B2D4}" type="presOf" srcId="{5965542E-801E-4CAB-ACA9-F2BDD863855D}" destId="{20518A64-A06B-44A6-9604-D265F896E011}" srcOrd="0" destOrd="0" presId="urn:microsoft.com/office/officeart/2005/8/layout/chevron2"/>
    <dgm:cxn modelId="{D2E16B3D-9464-4D0A-AEAD-8C16F63E285C}" srcId="{7BB74005-0681-4C88-92B3-032D02581B49}" destId="{EDD0DD8B-F128-4DCE-BA06-7DB3DE339C5D}" srcOrd="1" destOrd="0" parTransId="{2AEA93C7-BBCE-4F85-9075-ED4370C67A19}" sibTransId="{FD89A0BB-CF19-4317-8C8D-CBD891AC42F4}"/>
    <dgm:cxn modelId="{017DEE8F-BCBB-46AD-9B2B-FDBA155B1492}" srcId="{5965542E-801E-4CAB-ACA9-F2BDD863855D}" destId="{2F855435-CA88-4E6F-9DAA-FD0C20038DC7}" srcOrd="1" destOrd="0" parTransId="{C02B98EC-3AED-4945-8F32-5D0B413B9419}" sibTransId="{CAD64579-479C-477A-9DCA-6D9E0C75A7D1}"/>
    <dgm:cxn modelId="{2BA1BDA2-1C9A-4DCB-8E9C-A5C40204B14C}" type="presOf" srcId="{2F855435-CA88-4E6F-9DAA-FD0C20038DC7}" destId="{3BF40106-E5F9-428D-BE1E-24403AEA8B68}" srcOrd="0" destOrd="0" presId="urn:microsoft.com/office/officeart/2005/8/layout/chevron2"/>
    <dgm:cxn modelId="{C9BE79B9-6513-40F7-A329-C5C24E4A1D48}" type="presOf" srcId="{EDD0DD8B-F128-4DCE-BA06-7DB3DE339C5D}" destId="{800A16A8-BD14-422D-A55A-A33196A8B5DF}" srcOrd="0" destOrd="1" presId="urn:microsoft.com/office/officeart/2005/8/layout/chevron2"/>
    <dgm:cxn modelId="{93D20DBD-04BE-4BCB-9316-8BF7CEC571EC}" srcId="{5965542E-801E-4CAB-ACA9-F2BDD863855D}" destId="{7BB74005-0681-4C88-92B3-032D02581B49}" srcOrd="0" destOrd="0" parTransId="{ECD8D345-2F43-402A-98F7-C7D5ADE00931}" sibTransId="{564070F3-0567-4365-9017-73F8F2E8CC31}"/>
    <dgm:cxn modelId="{803A82BE-19FE-4E63-B737-DE5F0C104794}" type="presOf" srcId="{EEC0E4B9-5A4A-4D4D-9B78-050E0C02E633}" destId="{800A16A8-BD14-422D-A55A-A33196A8B5DF}" srcOrd="0" destOrd="0" presId="urn:microsoft.com/office/officeart/2005/8/layout/chevron2"/>
    <dgm:cxn modelId="{6E7A95DF-C9DB-4456-8410-3160540DD556}" srcId="{2F855435-CA88-4E6F-9DAA-FD0C20038DC7}" destId="{708192D2-A83C-4909-AEB3-DE38092395F1}" srcOrd="1" destOrd="0" parTransId="{6092827D-812D-4799-94EF-A6010333117D}" sibTransId="{F96D4A6A-9485-4276-8278-2C9ABC6811EB}"/>
    <dgm:cxn modelId="{F12AF2E7-4525-4195-9A68-668D8A128C25}" type="presOf" srcId="{1EA003DB-7870-4188-9CA5-8615E62BF658}" destId="{F8EB865C-B551-4257-9AB2-AFF02415CA89}" srcOrd="0" destOrd="0" presId="urn:microsoft.com/office/officeart/2005/8/layout/chevron2"/>
    <dgm:cxn modelId="{AD84C6E8-D052-43D8-A5FA-A333DAB8B6F2}" type="presOf" srcId="{708192D2-A83C-4909-AEB3-DE38092395F1}" destId="{F8EB865C-B551-4257-9AB2-AFF02415CA89}" srcOrd="0" destOrd="1" presId="urn:microsoft.com/office/officeart/2005/8/layout/chevron2"/>
    <dgm:cxn modelId="{14634DF6-EAA4-4BA7-A9B6-468BADF87CDC}" srcId="{7BB74005-0681-4C88-92B3-032D02581B49}" destId="{EEC0E4B9-5A4A-4D4D-9B78-050E0C02E633}" srcOrd="0" destOrd="0" parTransId="{CCBA2F9D-7A37-411F-9C36-BDDCB4F7D2AF}" sibTransId="{C3DD6601-B902-4477-8F6D-866227661A20}"/>
    <dgm:cxn modelId="{02D40EFA-E879-44A5-835F-4B18219A7EED}" type="presOf" srcId="{7BB74005-0681-4C88-92B3-032D02581B49}" destId="{0495717E-A47B-463A-AA08-8226041569A1}" srcOrd="0" destOrd="0" presId="urn:microsoft.com/office/officeart/2005/8/layout/chevron2"/>
    <dgm:cxn modelId="{9C8F91DB-A1FD-4DD0-82A7-21F25EEB25AD}" type="presParOf" srcId="{20518A64-A06B-44A6-9604-D265F896E011}" destId="{2B846E34-7B58-4BAC-AB99-FC2188E66DC8}" srcOrd="0" destOrd="0" presId="urn:microsoft.com/office/officeart/2005/8/layout/chevron2"/>
    <dgm:cxn modelId="{9FA414B0-F284-43D9-A3E1-1CAAD5126851}" type="presParOf" srcId="{2B846E34-7B58-4BAC-AB99-FC2188E66DC8}" destId="{0495717E-A47B-463A-AA08-8226041569A1}" srcOrd="0" destOrd="0" presId="urn:microsoft.com/office/officeart/2005/8/layout/chevron2"/>
    <dgm:cxn modelId="{D1531126-B216-4E92-9CBF-B6AC8F7163FE}" type="presParOf" srcId="{2B846E34-7B58-4BAC-AB99-FC2188E66DC8}" destId="{800A16A8-BD14-422D-A55A-A33196A8B5DF}" srcOrd="1" destOrd="0" presId="urn:microsoft.com/office/officeart/2005/8/layout/chevron2"/>
    <dgm:cxn modelId="{3B9AC2A7-B0DE-4D29-9D62-73D98615DEFC}" type="presParOf" srcId="{20518A64-A06B-44A6-9604-D265F896E011}" destId="{F1A019C4-1C99-4C70-A705-190B2C9FEADA}" srcOrd="1" destOrd="0" presId="urn:microsoft.com/office/officeart/2005/8/layout/chevron2"/>
    <dgm:cxn modelId="{F8288739-66CF-4000-B644-AE7BC0579095}" type="presParOf" srcId="{20518A64-A06B-44A6-9604-D265F896E011}" destId="{49B67237-68CF-430F-A824-B1071C387A5A}" srcOrd="2" destOrd="0" presId="urn:microsoft.com/office/officeart/2005/8/layout/chevron2"/>
    <dgm:cxn modelId="{DB5DE1EF-7225-47AA-B6BE-9711BBBDE045}" type="presParOf" srcId="{49B67237-68CF-430F-A824-B1071C387A5A}" destId="{3BF40106-E5F9-428D-BE1E-24403AEA8B68}" srcOrd="0" destOrd="0" presId="urn:microsoft.com/office/officeart/2005/8/layout/chevron2"/>
    <dgm:cxn modelId="{48DDCFDE-C2C0-4CFE-BDAF-DC8E1BC7A30F}" type="presParOf" srcId="{49B67237-68CF-430F-A824-B1071C387A5A}" destId="{F8EB865C-B551-4257-9AB2-AFF02415CA8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3BD5CC5-013C-4C4C-AEBE-FBF2B5B3CD8C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E893863-9C1C-4141-97A0-1DA9AD4DB6E3}">
      <dgm:prSet/>
      <dgm:spPr/>
      <dgm:t>
        <a:bodyPr/>
        <a:lstStyle/>
        <a:p>
          <a:r>
            <a:rPr lang="en-US"/>
            <a:t>sealed: </a:t>
          </a:r>
          <a:r>
            <a:rPr lang="ko-KR"/>
            <a:t>상속 받을 수 없는 </a:t>
          </a:r>
          <a:r>
            <a:rPr lang="en-US"/>
            <a:t>class</a:t>
          </a:r>
        </a:p>
      </dgm:t>
    </dgm:pt>
    <dgm:pt modelId="{C11811AF-AEC1-4A3B-8442-6F49776AE415}" type="parTrans" cxnId="{3F6CB5EE-5693-4036-AA22-71B55DCE91A0}">
      <dgm:prSet/>
      <dgm:spPr/>
      <dgm:t>
        <a:bodyPr/>
        <a:lstStyle/>
        <a:p>
          <a:endParaRPr lang="en-US"/>
        </a:p>
      </dgm:t>
    </dgm:pt>
    <dgm:pt modelId="{0E7E04AA-27DC-418F-BCED-240B942DA5BA}" type="sibTrans" cxnId="{3F6CB5EE-5693-4036-AA22-71B55DCE91A0}">
      <dgm:prSet/>
      <dgm:spPr/>
      <dgm:t>
        <a:bodyPr/>
        <a:lstStyle/>
        <a:p>
          <a:endParaRPr lang="en-US"/>
        </a:p>
      </dgm:t>
    </dgm:pt>
    <dgm:pt modelId="{E4F04650-F6E3-4323-B877-6E6BAB6CA365}">
      <dgm:prSet/>
      <dgm:spPr/>
      <dgm:t>
        <a:bodyPr/>
        <a:lstStyle/>
        <a:p>
          <a:r>
            <a:rPr lang="en-US"/>
            <a:t>partial:</a:t>
          </a:r>
          <a:r>
            <a:rPr lang="ko-KR"/>
            <a:t> </a:t>
          </a:r>
          <a:r>
            <a:rPr lang="en-US"/>
            <a:t>class</a:t>
          </a:r>
          <a:r>
            <a:rPr lang="ko-KR"/>
            <a:t> 정의가 여러 파일에 분리됨</a:t>
          </a:r>
          <a:r>
            <a:rPr lang="en-US"/>
            <a:t>; namespace</a:t>
          </a:r>
          <a:r>
            <a:rPr lang="ko-KR"/>
            <a:t>는 같아야 함</a:t>
          </a:r>
          <a:endParaRPr lang="en-US"/>
        </a:p>
      </dgm:t>
    </dgm:pt>
    <dgm:pt modelId="{0C45956C-64C2-486B-B664-82C030056C26}" type="parTrans" cxnId="{7324E053-66A7-463B-BB32-C6AF94D94199}">
      <dgm:prSet/>
      <dgm:spPr/>
      <dgm:t>
        <a:bodyPr/>
        <a:lstStyle/>
        <a:p>
          <a:endParaRPr lang="en-US"/>
        </a:p>
      </dgm:t>
    </dgm:pt>
    <dgm:pt modelId="{CBEB5C5D-BAD9-4E9B-8090-0C7B732FDBDC}" type="sibTrans" cxnId="{7324E053-66A7-463B-BB32-C6AF94D94199}">
      <dgm:prSet/>
      <dgm:spPr/>
      <dgm:t>
        <a:bodyPr/>
        <a:lstStyle/>
        <a:p>
          <a:endParaRPr lang="en-US"/>
        </a:p>
      </dgm:t>
    </dgm:pt>
    <dgm:pt modelId="{0D00A2D7-79A7-4D9A-8EE7-16F11B8FD793}" type="pres">
      <dgm:prSet presAssocID="{73BD5CC5-013C-4C4C-AEBE-FBF2B5B3CD8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C5001F7-FD50-42AE-93CD-009978C11314}" type="pres">
      <dgm:prSet presAssocID="{AE893863-9C1C-4141-97A0-1DA9AD4DB6E3}" presName="hierRoot1" presStyleCnt="0"/>
      <dgm:spPr/>
    </dgm:pt>
    <dgm:pt modelId="{199C6AF8-E0B0-4F6F-A613-763B8B6CA62F}" type="pres">
      <dgm:prSet presAssocID="{AE893863-9C1C-4141-97A0-1DA9AD4DB6E3}" presName="composite" presStyleCnt="0"/>
      <dgm:spPr/>
    </dgm:pt>
    <dgm:pt modelId="{665BDDEB-6F27-497C-93E8-8B00AFF8E887}" type="pres">
      <dgm:prSet presAssocID="{AE893863-9C1C-4141-97A0-1DA9AD4DB6E3}" presName="background" presStyleLbl="node0" presStyleIdx="0" presStyleCnt="2"/>
      <dgm:spPr/>
    </dgm:pt>
    <dgm:pt modelId="{958E14A7-BC0C-4F5C-B45E-D6C34E696801}" type="pres">
      <dgm:prSet presAssocID="{AE893863-9C1C-4141-97A0-1DA9AD4DB6E3}" presName="text" presStyleLbl="fgAcc0" presStyleIdx="0" presStyleCnt="2">
        <dgm:presLayoutVars>
          <dgm:chPref val="3"/>
        </dgm:presLayoutVars>
      </dgm:prSet>
      <dgm:spPr/>
    </dgm:pt>
    <dgm:pt modelId="{4BEA3BB9-8EC5-4E78-9BA2-95AFBC396FE3}" type="pres">
      <dgm:prSet presAssocID="{AE893863-9C1C-4141-97A0-1DA9AD4DB6E3}" presName="hierChild2" presStyleCnt="0"/>
      <dgm:spPr/>
    </dgm:pt>
    <dgm:pt modelId="{7810F94E-E36B-4FC1-8098-83FD3CD0F61B}" type="pres">
      <dgm:prSet presAssocID="{E4F04650-F6E3-4323-B877-6E6BAB6CA365}" presName="hierRoot1" presStyleCnt="0"/>
      <dgm:spPr/>
    </dgm:pt>
    <dgm:pt modelId="{EF6D4358-E2F3-4D43-9BB3-87FA4E1E9902}" type="pres">
      <dgm:prSet presAssocID="{E4F04650-F6E3-4323-B877-6E6BAB6CA365}" presName="composite" presStyleCnt="0"/>
      <dgm:spPr/>
    </dgm:pt>
    <dgm:pt modelId="{9717371E-2EDA-4364-A2DC-6FAA83AC32AA}" type="pres">
      <dgm:prSet presAssocID="{E4F04650-F6E3-4323-B877-6E6BAB6CA365}" presName="background" presStyleLbl="node0" presStyleIdx="1" presStyleCnt="2"/>
      <dgm:spPr/>
    </dgm:pt>
    <dgm:pt modelId="{2EE0088A-CEE4-44BD-9871-937B14FCF0AB}" type="pres">
      <dgm:prSet presAssocID="{E4F04650-F6E3-4323-B877-6E6BAB6CA365}" presName="text" presStyleLbl="fgAcc0" presStyleIdx="1" presStyleCnt="2">
        <dgm:presLayoutVars>
          <dgm:chPref val="3"/>
        </dgm:presLayoutVars>
      </dgm:prSet>
      <dgm:spPr/>
    </dgm:pt>
    <dgm:pt modelId="{DEDC047B-6A3B-4A57-BFB4-FE8D78945A9D}" type="pres">
      <dgm:prSet presAssocID="{E4F04650-F6E3-4323-B877-6E6BAB6CA365}" presName="hierChild2" presStyleCnt="0"/>
      <dgm:spPr/>
    </dgm:pt>
  </dgm:ptLst>
  <dgm:cxnLst>
    <dgm:cxn modelId="{E074AA46-0A16-4559-9ECC-15B93DDAD02C}" type="presOf" srcId="{E4F04650-F6E3-4323-B877-6E6BAB6CA365}" destId="{2EE0088A-CEE4-44BD-9871-937B14FCF0AB}" srcOrd="0" destOrd="0" presId="urn:microsoft.com/office/officeart/2005/8/layout/hierarchy1"/>
    <dgm:cxn modelId="{7324E053-66A7-463B-BB32-C6AF94D94199}" srcId="{73BD5CC5-013C-4C4C-AEBE-FBF2B5B3CD8C}" destId="{E4F04650-F6E3-4323-B877-6E6BAB6CA365}" srcOrd="1" destOrd="0" parTransId="{0C45956C-64C2-486B-B664-82C030056C26}" sibTransId="{CBEB5C5D-BAD9-4E9B-8090-0C7B732FDBDC}"/>
    <dgm:cxn modelId="{E644F2AD-CA93-4931-AA73-FC56177638B0}" type="presOf" srcId="{AE893863-9C1C-4141-97A0-1DA9AD4DB6E3}" destId="{958E14A7-BC0C-4F5C-B45E-D6C34E696801}" srcOrd="0" destOrd="0" presId="urn:microsoft.com/office/officeart/2005/8/layout/hierarchy1"/>
    <dgm:cxn modelId="{BDC064BC-2E07-426F-9BAB-77C8F05B3357}" type="presOf" srcId="{73BD5CC5-013C-4C4C-AEBE-FBF2B5B3CD8C}" destId="{0D00A2D7-79A7-4D9A-8EE7-16F11B8FD793}" srcOrd="0" destOrd="0" presId="urn:microsoft.com/office/officeart/2005/8/layout/hierarchy1"/>
    <dgm:cxn modelId="{3F6CB5EE-5693-4036-AA22-71B55DCE91A0}" srcId="{73BD5CC5-013C-4C4C-AEBE-FBF2B5B3CD8C}" destId="{AE893863-9C1C-4141-97A0-1DA9AD4DB6E3}" srcOrd="0" destOrd="0" parTransId="{C11811AF-AEC1-4A3B-8442-6F49776AE415}" sibTransId="{0E7E04AA-27DC-418F-BCED-240B942DA5BA}"/>
    <dgm:cxn modelId="{509EED92-3206-447B-AF29-6CACCE2680AB}" type="presParOf" srcId="{0D00A2D7-79A7-4D9A-8EE7-16F11B8FD793}" destId="{CC5001F7-FD50-42AE-93CD-009978C11314}" srcOrd="0" destOrd="0" presId="urn:microsoft.com/office/officeart/2005/8/layout/hierarchy1"/>
    <dgm:cxn modelId="{5EFA789D-23A5-4D5C-8B65-E95D100E620D}" type="presParOf" srcId="{CC5001F7-FD50-42AE-93CD-009978C11314}" destId="{199C6AF8-E0B0-4F6F-A613-763B8B6CA62F}" srcOrd="0" destOrd="0" presId="urn:microsoft.com/office/officeart/2005/8/layout/hierarchy1"/>
    <dgm:cxn modelId="{2A7A79A2-092A-478A-9B89-107C96E66649}" type="presParOf" srcId="{199C6AF8-E0B0-4F6F-A613-763B8B6CA62F}" destId="{665BDDEB-6F27-497C-93E8-8B00AFF8E887}" srcOrd="0" destOrd="0" presId="urn:microsoft.com/office/officeart/2005/8/layout/hierarchy1"/>
    <dgm:cxn modelId="{15BB01CF-20C7-410F-984D-E849443C6245}" type="presParOf" srcId="{199C6AF8-E0B0-4F6F-A613-763B8B6CA62F}" destId="{958E14A7-BC0C-4F5C-B45E-D6C34E696801}" srcOrd="1" destOrd="0" presId="urn:microsoft.com/office/officeart/2005/8/layout/hierarchy1"/>
    <dgm:cxn modelId="{0CCCE8BA-662B-48FB-BFB2-5C5E8AAE1225}" type="presParOf" srcId="{CC5001F7-FD50-42AE-93CD-009978C11314}" destId="{4BEA3BB9-8EC5-4E78-9BA2-95AFBC396FE3}" srcOrd="1" destOrd="0" presId="urn:microsoft.com/office/officeart/2005/8/layout/hierarchy1"/>
    <dgm:cxn modelId="{0C9D11E9-67BF-40C5-A5A4-A88BB79AE35F}" type="presParOf" srcId="{0D00A2D7-79A7-4D9A-8EE7-16F11B8FD793}" destId="{7810F94E-E36B-4FC1-8098-83FD3CD0F61B}" srcOrd="1" destOrd="0" presId="urn:microsoft.com/office/officeart/2005/8/layout/hierarchy1"/>
    <dgm:cxn modelId="{5A28A4B3-4A9C-4F65-9AC3-0AA0222A58AA}" type="presParOf" srcId="{7810F94E-E36B-4FC1-8098-83FD3CD0F61B}" destId="{EF6D4358-E2F3-4D43-9BB3-87FA4E1E9902}" srcOrd="0" destOrd="0" presId="urn:microsoft.com/office/officeart/2005/8/layout/hierarchy1"/>
    <dgm:cxn modelId="{41ADF53E-564C-4D7E-BFB6-49EC04C6D126}" type="presParOf" srcId="{EF6D4358-E2F3-4D43-9BB3-87FA4E1E9902}" destId="{9717371E-2EDA-4364-A2DC-6FAA83AC32AA}" srcOrd="0" destOrd="0" presId="urn:microsoft.com/office/officeart/2005/8/layout/hierarchy1"/>
    <dgm:cxn modelId="{1F67326B-31F5-4A2C-8084-C4F49D2C6D26}" type="presParOf" srcId="{EF6D4358-E2F3-4D43-9BB3-87FA4E1E9902}" destId="{2EE0088A-CEE4-44BD-9871-937B14FCF0AB}" srcOrd="1" destOrd="0" presId="urn:microsoft.com/office/officeart/2005/8/layout/hierarchy1"/>
    <dgm:cxn modelId="{5A9D5E89-8A91-4505-82F8-2E3C23A7C118}" type="presParOf" srcId="{7810F94E-E36B-4FC1-8098-83FD3CD0F61B}" destId="{DEDC047B-6A3B-4A57-BFB4-FE8D78945A9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E47CA1-1DE7-4AD1-9D28-846CFE22F5A0}">
      <dsp:nvSpPr>
        <dsp:cNvPr id="0" name=""/>
        <dsp:cNvSpPr/>
      </dsp:nvSpPr>
      <dsp:spPr>
        <a:xfrm>
          <a:off x="0" y="287166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C++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Java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C#</a:t>
          </a:r>
        </a:p>
      </dsp:txBody>
      <dsp:txXfrm>
        <a:off x="57231" y="344397"/>
        <a:ext cx="6552371" cy="1057914"/>
      </dsp:txXfrm>
    </dsp:sp>
    <dsp:sp modelId="{67C20225-C3B9-4052-8925-F1B032F2D3DB}">
      <dsp:nvSpPr>
        <dsp:cNvPr id="0" name=""/>
        <dsp:cNvSpPr/>
      </dsp:nvSpPr>
      <dsp:spPr>
        <a:xfrm>
          <a:off x="0" y="1522903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C++(</a:t>
          </a:r>
          <a:r>
            <a:rPr lang="ko-KR" sz="2200" kern="1200"/>
            <a:t>클래스 사용</a:t>
          </a:r>
          <a:r>
            <a:rPr lang="en-US" sz="2200" kern="1200"/>
            <a:t>)</a:t>
          </a:r>
        </a:p>
      </dsp:txBody>
      <dsp:txXfrm>
        <a:off x="57231" y="1580134"/>
        <a:ext cx="6552371" cy="1057914"/>
      </dsp:txXfrm>
    </dsp:sp>
    <dsp:sp modelId="{E853503F-C0C1-4161-A036-16A4EC109E7E}">
      <dsp:nvSpPr>
        <dsp:cNvPr id="0" name=""/>
        <dsp:cNvSpPr/>
      </dsp:nvSpPr>
      <dsp:spPr>
        <a:xfrm>
          <a:off x="0" y="2758640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/>
            <a:t>자바</a:t>
          </a:r>
          <a:r>
            <a:rPr lang="en-US" sz="2200" kern="1200"/>
            <a:t>(Java: </a:t>
          </a:r>
          <a:r>
            <a:rPr lang="ko-KR" sz="2200" kern="1200"/>
            <a:t>장치 독립적 프로그래밍</a:t>
          </a:r>
          <a:r>
            <a:rPr lang="en-US" sz="2200" kern="1200"/>
            <a:t>, </a:t>
          </a:r>
          <a:r>
            <a:rPr lang="ko-KR" sz="2200" kern="1200"/>
            <a:t>가상 머신 도입</a:t>
          </a:r>
          <a:r>
            <a:rPr lang="en-US" sz="2200" kern="1200"/>
            <a:t>)</a:t>
          </a:r>
        </a:p>
      </dsp:txBody>
      <dsp:txXfrm>
        <a:off x="57231" y="2815871"/>
        <a:ext cx="6552371" cy="1057914"/>
      </dsp:txXfrm>
    </dsp:sp>
    <dsp:sp modelId="{191D88DA-3B41-4450-A6A4-D09897A490C0}">
      <dsp:nvSpPr>
        <dsp:cNvPr id="0" name=""/>
        <dsp:cNvSpPr/>
      </dsp:nvSpPr>
      <dsp:spPr>
        <a:xfrm>
          <a:off x="0" y="3994376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C#: C++</a:t>
          </a:r>
          <a:r>
            <a:rPr lang="ko-KR" sz="2200" kern="1200"/>
            <a:t>을 이으면서 자바의 장점을 도입함</a:t>
          </a:r>
          <a:r>
            <a:rPr lang="en-US" sz="2200" kern="1200"/>
            <a:t>; </a:t>
          </a:r>
          <a:r>
            <a:rPr lang="ko-KR" sz="2200" kern="1200"/>
            <a:t>대신 문법이 </a:t>
          </a:r>
          <a:r>
            <a:rPr lang="en-US" sz="2200" kern="1200"/>
            <a:t>C++</a:t>
          </a:r>
          <a:r>
            <a:rPr lang="ko-KR" sz="2200" kern="1200"/>
            <a:t>과 비슷하면서도 달라서 </a:t>
          </a:r>
          <a:r>
            <a:rPr lang="ko-KR" sz="2200" b="1" u="sng" kern="1200"/>
            <a:t>주의 필요</a:t>
          </a:r>
          <a:endParaRPr lang="en-US" sz="2200" kern="1200"/>
        </a:p>
      </dsp:txBody>
      <dsp:txXfrm>
        <a:off x="57231" y="4051607"/>
        <a:ext cx="6552371" cy="10579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42BFB7-67C4-4A28-A680-912D16D8F53E}">
      <dsp:nvSpPr>
        <dsp:cNvPr id="0" name=""/>
        <dsp:cNvSpPr/>
      </dsp:nvSpPr>
      <dsp:spPr>
        <a:xfrm>
          <a:off x="0" y="399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400" kern="1200"/>
            <a:t>모든 자료형은 클래스로 구현</a:t>
          </a:r>
          <a:r>
            <a:rPr lang="en-US" sz="2400" kern="1200"/>
            <a:t>: value, reference</a:t>
          </a:r>
          <a:r>
            <a:rPr lang="ko-KR" sz="2400" kern="1200"/>
            <a:t>로 구분</a:t>
          </a:r>
          <a:endParaRPr lang="en-US" sz="2400" kern="1200"/>
        </a:p>
      </dsp:txBody>
      <dsp:txXfrm>
        <a:off x="63055" y="102975"/>
        <a:ext cx="6540723" cy="1165569"/>
      </dsp:txXfrm>
    </dsp:sp>
    <dsp:sp modelId="{1C3856E3-3A29-48B8-BA87-050B520D5597}">
      <dsp:nvSpPr>
        <dsp:cNvPr id="0" name=""/>
        <dsp:cNvSpPr/>
      </dsp:nvSpPr>
      <dsp:spPr>
        <a:xfrm>
          <a:off x="0" y="14007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C++</a:t>
          </a:r>
          <a:r>
            <a:rPr lang="ko-KR" sz="2400" kern="1200"/>
            <a:t>과 연계성을 위해 </a:t>
          </a:r>
          <a:r>
            <a:rPr lang="en-US" sz="2400" kern="1200"/>
            <a:t>alias(int, double </a:t>
          </a:r>
          <a:r>
            <a:rPr lang="ko-KR" sz="2400" kern="1200"/>
            <a:t>등</a:t>
          </a:r>
          <a:r>
            <a:rPr lang="en-US" sz="2400" kern="1200"/>
            <a:t>) </a:t>
          </a:r>
          <a:r>
            <a:rPr lang="ko-KR" sz="2400" kern="1200"/>
            <a:t>제공</a:t>
          </a:r>
          <a:endParaRPr lang="en-US" sz="2400" kern="1200"/>
        </a:p>
      </dsp:txBody>
      <dsp:txXfrm>
        <a:off x="63055" y="1463775"/>
        <a:ext cx="6540723" cy="1165569"/>
      </dsp:txXfrm>
    </dsp:sp>
    <dsp:sp modelId="{71BCA28F-CA32-46A3-9364-7FC2179E39F2}">
      <dsp:nvSpPr>
        <dsp:cNvPr id="0" name=""/>
        <dsp:cNvSpPr/>
      </dsp:nvSpPr>
      <dsp:spPr>
        <a:xfrm>
          <a:off x="0" y="27615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object </a:t>
          </a:r>
          <a:r>
            <a:rPr lang="ko-KR" sz="2400" kern="1200" dirty="0"/>
            <a:t>자료형</a:t>
          </a:r>
          <a:r>
            <a:rPr lang="en-US" sz="2400" kern="1200" dirty="0"/>
            <a:t>: reference; </a:t>
          </a:r>
          <a:r>
            <a:rPr lang="ko-KR" sz="2400" kern="1200" dirty="0"/>
            <a:t>모든 자료를 담는 객체 자료형</a:t>
          </a:r>
          <a:r>
            <a:rPr lang="en-US" altLang="ko-KR" sz="2400" kern="1200" dirty="0"/>
            <a:t>(boxing, unboxing)</a:t>
          </a:r>
          <a:endParaRPr lang="en-US" sz="2400" kern="1200" dirty="0"/>
        </a:p>
      </dsp:txBody>
      <dsp:txXfrm>
        <a:off x="63055" y="2824575"/>
        <a:ext cx="6540723" cy="1165569"/>
      </dsp:txXfrm>
    </dsp:sp>
    <dsp:sp modelId="{A845E23D-7440-4974-A2E3-AF50C31AF54F}">
      <dsp:nvSpPr>
        <dsp:cNvPr id="0" name=""/>
        <dsp:cNvSpPr/>
      </dsp:nvSpPr>
      <dsp:spPr>
        <a:xfrm>
          <a:off x="0" y="41223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var </a:t>
          </a:r>
          <a:r>
            <a:rPr lang="ko-KR" sz="2400" kern="1200" dirty="0"/>
            <a:t>자료형</a:t>
          </a:r>
          <a:r>
            <a:rPr lang="en-US" sz="2400" kern="1200" dirty="0"/>
            <a:t>: </a:t>
          </a:r>
          <a:r>
            <a:rPr lang="ko-KR" sz="2400" kern="1200" dirty="0"/>
            <a:t>암시적 자료형</a:t>
          </a:r>
          <a:r>
            <a:rPr lang="en-US" sz="2400" kern="1200" dirty="0"/>
            <a:t>; </a:t>
          </a:r>
          <a:r>
            <a:rPr lang="ko-KR" sz="2400" kern="1200" dirty="0"/>
            <a:t>할당이 이루어져야 자료형이 결정</a:t>
          </a:r>
          <a:r>
            <a:rPr lang="en-US" altLang="ko-KR" sz="2400" kern="1200" dirty="0"/>
            <a:t>(</a:t>
          </a:r>
          <a:r>
            <a:rPr lang="en-US" altLang="ko-KR" sz="2400" kern="1200" dirty="0" err="1"/>
            <a:t>GetType</a:t>
          </a:r>
          <a:r>
            <a:rPr lang="en-US" altLang="ko-KR" sz="2400" kern="1200" dirty="0"/>
            <a:t>()</a:t>
          </a:r>
          <a:r>
            <a:rPr lang="ko-KR" altLang="en-US" sz="2400" kern="1200" dirty="0"/>
            <a:t>으로 형식 확인</a:t>
          </a:r>
          <a:r>
            <a:rPr lang="en-US" altLang="ko-KR" sz="2400" kern="1200" dirty="0"/>
            <a:t>)</a:t>
          </a:r>
          <a:endParaRPr lang="en-US" sz="2400" kern="1200" dirty="0"/>
        </a:p>
      </dsp:txBody>
      <dsp:txXfrm>
        <a:off x="63055" y="4185375"/>
        <a:ext cx="6540723" cy="116556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E53D43-0EA3-48B2-AEF2-E910C770D71D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5BFCAD-0294-4C5A-9563-2A84959006EF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 dirty="0"/>
            <a:t>자료형에 </a:t>
          </a:r>
          <a:r>
            <a:rPr lang="en-US" sz="2200" kern="1200" dirty="0"/>
            <a:t>null</a:t>
          </a:r>
          <a:r>
            <a:rPr lang="ko-KR" sz="2200" kern="1200" dirty="0"/>
            <a:t>을 허락하면 </a:t>
          </a:r>
          <a:r>
            <a:rPr lang="en-US" sz="2200" kern="1200" dirty="0"/>
            <a:t>nullable: null</a:t>
          </a:r>
          <a:r>
            <a:rPr lang="ko-KR" sz="2200" kern="1200" dirty="0"/>
            <a:t>은 아무 값도 없음</a:t>
          </a:r>
          <a:endParaRPr lang="en-US" sz="2200" kern="1200" dirty="0"/>
        </a:p>
      </dsp:txBody>
      <dsp:txXfrm>
        <a:off x="398656" y="1088253"/>
        <a:ext cx="2959127" cy="1837317"/>
      </dsp:txXfrm>
    </dsp:sp>
    <dsp:sp modelId="{4C1829A3-54B7-4D17-B63F-D6ABC09CFFD8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63569A-A2ED-4B55-8AAD-7C9F16A44E6A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nullable:</a:t>
          </a:r>
          <a:r>
            <a:rPr lang="ko-KR" sz="2200" kern="1200" dirty="0"/>
            <a:t> 자료형</a:t>
          </a:r>
          <a:r>
            <a:rPr lang="en-US" sz="2200" kern="1200" dirty="0"/>
            <a:t>?</a:t>
          </a:r>
          <a:r>
            <a:rPr lang="ko-KR" sz="2200" kern="1200" dirty="0"/>
            <a:t>로 표기</a:t>
          </a:r>
          <a:r>
            <a:rPr lang="en-US" altLang="ko-KR" sz="2200" kern="1200" dirty="0"/>
            <a:t>; </a:t>
          </a:r>
          <a:r>
            <a:rPr lang="ko-KR" altLang="en-US" sz="2200" kern="1200" dirty="0"/>
            <a:t>예</a:t>
          </a:r>
          <a:r>
            <a:rPr lang="en-US" altLang="ko-KR" sz="2200" kern="1200" dirty="0"/>
            <a:t>) int? </a:t>
          </a:r>
          <a:r>
            <a:rPr lang="en-US" altLang="ko-KR" sz="2200" kern="1200" dirty="0" err="1"/>
            <a:t>i</a:t>
          </a:r>
          <a:r>
            <a:rPr lang="en-US" altLang="ko-KR" sz="2200" kern="1200" dirty="0"/>
            <a:t>;</a:t>
          </a:r>
          <a:endParaRPr lang="en-US" sz="2200" kern="1200" dirty="0"/>
        </a:p>
      </dsp:txBody>
      <dsp:txXfrm>
        <a:off x="4155097" y="1088253"/>
        <a:ext cx="2959127" cy="1837317"/>
      </dsp:txXfrm>
    </dsp:sp>
    <dsp:sp modelId="{E9F4444E-6B57-459B-B294-6A2DEB2B7AB4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53AC12-F934-4750-BA7E-9DFF603F1B84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null </a:t>
          </a:r>
          <a:r>
            <a:rPr lang="ko-KR" altLang="en-US" sz="2200" kern="1200" dirty="0"/>
            <a:t>병합 연산자</a:t>
          </a:r>
          <a:r>
            <a:rPr lang="en-US" altLang="ko-KR" sz="2200" kern="1200" dirty="0"/>
            <a:t>: </a:t>
          </a:r>
          <a:r>
            <a:rPr lang="ko-KR" altLang="en-US" sz="2200" kern="1200" dirty="0"/>
            <a:t>할당에서 </a:t>
          </a:r>
          <a:r>
            <a:rPr lang="en-US" altLang="ko-KR" sz="2200" kern="1200" dirty="0"/>
            <a:t>null </a:t>
          </a:r>
          <a:r>
            <a:rPr lang="ko-KR" altLang="en-US" sz="2200" kern="1200" dirty="0"/>
            <a:t>처리</a:t>
          </a:r>
          <a:r>
            <a:rPr lang="en-US" altLang="ko-KR" sz="2200" kern="1200" dirty="0"/>
            <a:t>; </a:t>
          </a:r>
          <a:r>
            <a:rPr lang="ko-KR" altLang="en-US" sz="2200" kern="1200" dirty="0"/>
            <a:t>예</a:t>
          </a:r>
          <a:r>
            <a:rPr lang="en-US" altLang="ko-KR" sz="2200" kern="1200" dirty="0"/>
            <a:t>) int j = </a:t>
          </a:r>
          <a:r>
            <a:rPr lang="en-US" altLang="ko-KR" sz="2200" kern="1200" dirty="0" err="1"/>
            <a:t>i</a:t>
          </a:r>
          <a:r>
            <a:rPr lang="en-US" altLang="ko-KR" sz="2200" kern="1200" dirty="0"/>
            <a:t> ?? 0;</a:t>
          </a:r>
          <a:endParaRPr lang="en-US" sz="22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36E709-571F-411F-A9E2-C1E48F27CD63}">
      <dsp:nvSpPr>
        <dsp:cNvPr id="0" name=""/>
        <dsp:cNvSpPr/>
      </dsp:nvSpPr>
      <dsp:spPr>
        <a:xfrm>
          <a:off x="0" y="65367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sizeof(): C++</a:t>
          </a:r>
          <a:r>
            <a:rPr lang="ko-KR" sz="2400" kern="1200"/>
            <a:t>과 같이 자료형의 바이트 수 반환</a:t>
          </a:r>
          <a:endParaRPr lang="en-US" sz="2400" kern="1200"/>
        </a:p>
      </dsp:txBody>
      <dsp:txXfrm>
        <a:off x="62433" y="127800"/>
        <a:ext cx="6541967" cy="1154090"/>
      </dsp:txXfrm>
    </dsp:sp>
    <dsp:sp modelId="{C97B2FF5-DD8E-45E2-BEAD-CE181DF2203D}">
      <dsp:nvSpPr>
        <dsp:cNvPr id="0" name=""/>
        <dsp:cNvSpPr/>
      </dsp:nvSpPr>
      <dsp:spPr>
        <a:xfrm>
          <a:off x="0" y="1413443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is: </a:t>
          </a:r>
          <a:r>
            <a:rPr lang="ko-KR" sz="2400" kern="1200"/>
            <a:t>자료형의 형 변환 여부 반환</a:t>
          </a:r>
          <a:r>
            <a:rPr lang="en-US" sz="2400" kern="1200"/>
            <a:t>; </a:t>
          </a:r>
          <a:r>
            <a:rPr lang="ko-KR" sz="2400" kern="1200"/>
            <a:t>예</a:t>
          </a:r>
          <a:r>
            <a:rPr lang="en-US" sz="2400" kern="1200"/>
            <a:t>) int i = 10; i is object; // true</a:t>
          </a:r>
        </a:p>
      </dsp:txBody>
      <dsp:txXfrm>
        <a:off x="62433" y="1475876"/>
        <a:ext cx="6541967" cy="1154090"/>
      </dsp:txXfrm>
    </dsp:sp>
    <dsp:sp modelId="{2B03FA3E-965E-49D7-8830-1D92B487E501}">
      <dsp:nvSpPr>
        <dsp:cNvPr id="0" name=""/>
        <dsp:cNvSpPr/>
      </dsp:nvSpPr>
      <dsp:spPr>
        <a:xfrm>
          <a:off x="0" y="2761520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as: </a:t>
          </a:r>
          <a:r>
            <a:rPr lang="ko-KR" sz="2400" kern="1200"/>
            <a:t>형 변환을 더 세련되게</a:t>
          </a:r>
          <a:r>
            <a:rPr lang="en-US" sz="2400" kern="1200"/>
            <a:t>; </a:t>
          </a:r>
          <a:r>
            <a:rPr lang="ko-KR" sz="2400" kern="1200"/>
            <a:t>예</a:t>
          </a:r>
          <a:r>
            <a:rPr lang="en-US" sz="2400" kern="1200"/>
            <a:t>) object obj = i as object;</a:t>
          </a:r>
        </a:p>
      </dsp:txBody>
      <dsp:txXfrm>
        <a:off x="62433" y="2823953"/>
        <a:ext cx="6541967" cy="1154090"/>
      </dsp:txXfrm>
    </dsp:sp>
    <dsp:sp modelId="{36668694-BD0F-4ACB-9B1C-330C28227C93}">
      <dsp:nvSpPr>
        <dsp:cNvPr id="0" name=""/>
        <dsp:cNvSpPr/>
      </dsp:nvSpPr>
      <dsp:spPr>
        <a:xfrm>
          <a:off x="0" y="4109596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default(): </a:t>
          </a:r>
          <a:r>
            <a:rPr lang="ko-KR" sz="2400" kern="1200"/>
            <a:t>자료형의 디폴트값 반환 </a:t>
          </a:r>
          <a:endParaRPr lang="en-US" sz="2400" kern="1200"/>
        </a:p>
      </dsp:txBody>
      <dsp:txXfrm>
        <a:off x="62433" y="4172029"/>
        <a:ext cx="6541967" cy="115409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A0B405-6ED1-498C-AFEC-D2E02FA1DB79}">
      <dsp:nvSpPr>
        <dsp:cNvPr id="0" name=""/>
        <dsp:cNvSpPr/>
      </dsp:nvSpPr>
      <dsp:spPr>
        <a:xfrm>
          <a:off x="1283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C++: var&amp; x</a:t>
          </a:r>
        </a:p>
      </dsp:txBody>
      <dsp:txXfrm>
        <a:off x="45271" y="328831"/>
        <a:ext cx="2915747" cy="1413885"/>
      </dsp:txXfrm>
    </dsp:sp>
    <dsp:sp modelId="{9A67686C-1BD1-4CD0-B27C-10FD1BF40336}">
      <dsp:nvSpPr>
        <dsp:cNvPr id="0" name=""/>
        <dsp:cNvSpPr/>
      </dsp:nvSpPr>
      <dsp:spPr>
        <a:xfrm>
          <a:off x="3755938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C#: ref var x</a:t>
          </a:r>
        </a:p>
      </dsp:txBody>
      <dsp:txXfrm>
        <a:off x="3799926" y="328831"/>
        <a:ext cx="2915747" cy="1413885"/>
      </dsp:txXfrm>
    </dsp:sp>
    <dsp:sp modelId="{F30730F3-2E91-4A1A-AE3B-1EF295110B61}">
      <dsp:nvSpPr>
        <dsp:cNvPr id="0" name=""/>
        <dsp:cNvSpPr/>
      </dsp:nvSpPr>
      <dsp:spPr>
        <a:xfrm>
          <a:off x="7510592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</a:t>
          </a:r>
          <a:r>
            <a:rPr lang="ko-KR" sz="2200" kern="1200"/>
            <a:t>에서는 입력과 출력 </a:t>
          </a:r>
          <a:r>
            <a:rPr lang="en-US" sz="2200" kern="1200"/>
            <a:t>reference</a:t>
          </a:r>
          <a:r>
            <a:rPr lang="ko-KR" sz="2200" kern="1200"/>
            <a:t>를 </a:t>
          </a:r>
          <a:r>
            <a:rPr lang="en-US" sz="2200" kern="1200"/>
            <a:t>in, out</a:t>
          </a:r>
          <a:r>
            <a:rPr lang="ko-KR" sz="2200" kern="1200"/>
            <a:t>으로 구분 가능함</a:t>
          </a:r>
          <a:endParaRPr lang="en-US" sz="2200" kern="1200"/>
        </a:p>
      </dsp:txBody>
      <dsp:txXfrm>
        <a:off x="7554580" y="328831"/>
        <a:ext cx="2915747" cy="1413885"/>
      </dsp:txXfrm>
    </dsp:sp>
    <dsp:sp modelId="{FE794705-6244-4BAF-8545-D97E143BF368}">
      <dsp:nvSpPr>
        <dsp:cNvPr id="0" name=""/>
        <dsp:cNvSpPr/>
      </dsp:nvSpPr>
      <dsp:spPr>
        <a:xfrm>
          <a:off x="7810965" y="1786705"/>
          <a:ext cx="300372" cy="11263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26396"/>
              </a:lnTo>
              <a:lnTo>
                <a:pt x="300372" y="1126396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BBCE51-5FB3-4A25-BDDF-5B5B4CA3DAF0}">
      <dsp:nvSpPr>
        <dsp:cNvPr id="0" name=""/>
        <dsp:cNvSpPr/>
      </dsp:nvSpPr>
      <dsp:spPr>
        <a:xfrm>
          <a:off x="8111337" y="2162170"/>
          <a:ext cx="2402978" cy="15018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in, out </a:t>
          </a:r>
          <a:r>
            <a:rPr lang="ko-KR" sz="1600" kern="1200"/>
            <a:t>대신 </a:t>
          </a:r>
          <a:r>
            <a:rPr lang="en-US" sz="1600" kern="1200"/>
            <a:t>ref</a:t>
          </a:r>
          <a:r>
            <a:rPr lang="ko-KR" sz="1600" kern="1200"/>
            <a:t>를 쓸 수 있지만</a:t>
          </a:r>
          <a:r>
            <a:rPr lang="en-US" sz="1600" kern="1200"/>
            <a:t>, ref</a:t>
          </a:r>
          <a:r>
            <a:rPr lang="ko-KR" sz="1600" kern="1200"/>
            <a:t>는 입출력에 모두 적용 가능하여 입출력이 구분되지 않음</a:t>
          </a:r>
          <a:endParaRPr lang="en-US" sz="1600" kern="1200"/>
        </a:p>
      </dsp:txBody>
      <dsp:txXfrm>
        <a:off x="8155325" y="2206158"/>
        <a:ext cx="2315002" cy="141388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95717E-A47B-463A-AA08-8226041569A1}">
      <dsp:nvSpPr>
        <dsp:cNvPr id="0" name=""/>
        <dsp:cNvSpPr/>
      </dsp:nvSpPr>
      <dsp:spPr>
        <a:xfrm rot="5400000">
          <a:off x="-446660" y="448491"/>
          <a:ext cx="2977737" cy="2084416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300" kern="1200"/>
            <a:t>상속 받은 </a:t>
          </a:r>
          <a:r>
            <a:rPr lang="en-US" sz="1300" kern="1200"/>
            <a:t>class</a:t>
          </a:r>
          <a:r>
            <a:rPr lang="ko-KR" sz="1300" kern="1200"/>
            <a:t>에서 특정 메소드를 반드시 구현하도록 강제하는 </a:t>
          </a:r>
          <a:r>
            <a:rPr lang="en-US" sz="1300" kern="1200"/>
            <a:t>class</a:t>
          </a:r>
        </a:p>
      </dsp:txBody>
      <dsp:txXfrm rot="-5400000">
        <a:off x="1" y="1044038"/>
        <a:ext cx="2084416" cy="893321"/>
      </dsp:txXfrm>
    </dsp:sp>
    <dsp:sp modelId="{800A16A8-BD14-422D-A55A-A33196A8B5DF}">
      <dsp:nvSpPr>
        <dsp:cNvPr id="0" name=""/>
        <dsp:cNvSpPr/>
      </dsp:nvSpPr>
      <dsp:spPr>
        <a:xfrm rot="5400000">
          <a:off x="2980007" y="-893760"/>
          <a:ext cx="1935529" cy="372671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500" kern="1200"/>
            <a:t>부모 </a:t>
          </a:r>
          <a:r>
            <a:rPr lang="en-US" sz="1500" kern="1200"/>
            <a:t>class: </a:t>
          </a:r>
          <a:r>
            <a:rPr lang="ko-KR" sz="1500" kern="1200"/>
            <a:t>강제할 메소드에 </a:t>
          </a:r>
          <a:r>
            <a:rPr lang="en-US" sz="1500" kern="1200"/>
            <a:t>abstract</a:t>
          </a:r>
          <a:r>
            <a:rPr lang="ko-KR" sz="1500" kern="1200"/>
            <a:t>로 표시</a:t>
          </a:r>
          <a:endParaRPr lang="en-US" sz="1500" kern="120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500" kern="1200"/>
            <a:t>자식 </a:t>
          </a:r>
          <a:r>
            <a:rPr lang="en-US" sz="1500" kern="1200"/>
            <a:t>class: </a:t>
          </a:r>
          <a:r>
            <a:rPr lang="ko-KR" sz="1500" kern="1200"/>
            <a:t>구현할 메소드에 </a:t>
          </a:r>
          <a:r>
            <a:rPr lang="en-US" sz="1500" kern="1200"/>
            <a:t>override</a:t>
          </a:r>
          <a:r>
            <a:rPr lang="ko-KR" sz="1500" kern="1200"/>
            <a:t>로 표시</a:t>
          </a:r>
          <a:r>
            <a:rPr lang="en-US" sz="1500" kern="1200"/>
            <a:t>; </a:t>
          </a:r>
          <a:r>
            <a:rPr lang="ko-KR" sz="1500" kern="1200"/>
            <a:t>자식의 자식으로 구현을 넘길 때는 </a:t>
          </a:r>
          <a:r>
            <a:rPr lang="en-US" sz="1500" kern="1200"/>
            <a:t>abstract</a:t>
          </a:r>
          <a:r>
            <a:rPr lang="ko-KR" sz="1500" kern="1200"/>
            <a:t>를 다시 표시</a:t>
          </a:r>
          <a:endParaRPr lang="en-US" sz="1500" kern="1200"/>
        </a:p>
      </dsp:txBody>
      <dsp:txXfrm rot="-5400000">
        <a:off x="2084417" y="96315"/>
        <a:ext cx="3632226" cy="1746559"/>
      </dsp:txXfrm>
    </dsp:sp>
    <dsp:sp modelId="{3BF40106-E5F9-428D-BE1E-24403AEA8B68}">
      <dsp:nvSpPr>
        <dsp:cNvPr id="0" name=""/>
        <dsp:cNvSpPr/>
      </dsp:nvSpPr>
      <dsp:spPr>
        <a:xfrm rot="5400000">
          <a:off x="-446660" y="3145311"/>
          <a:ext cx="2977737" cy="2084416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300" kern="1200" dirty="0"/>
            <a:t>나머지는 일반적인 </a:t>
          </a:r>
          <a:r>
            <a:rPr lang="en-US" sz="1300" kern="1200" dirty="0"/>
            <a:t>class</a:t>
          </a:r>
          <a:r>
            <a:rPr lang="ko-KR" sz="1300" kern="1200" dirty="0"/>
            <a:t>와 동일</a:t>
          </a:r>
          <a:endParaRPr lang="en-US" sz="1300" kern="1200" dirty="0"/>
        </a:p>
      </dsp:txBody>
      <dsp:txXfrm rot="-5400000">
        <a:off x="1" y="3740858"/>
        <a:ext cx="2084416" cy="893321"/>
      </dsp:txXfrm>
    </dsp:sp>
    <dsp:sp modelId="{F8EB865C-B551-4257-9AB2-AFF02415CA89}">
      <dsp:nvSpPr>
        <dsp:cNvPr id="0" name=""/>
        <dsp:cNvSpPr/>
      </dsp:nvSpPr>
      <dsp:spPr>
        <a:xfrm rot="5400000">
          <a:off x="2980007" y="1803059"/>
          <a:ext cx="1935529" cy="372671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500" kern="1200" dirty="0"/>
            <a:t>일반 메소드와 필드를 모두 가질 수 있음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Abstract class</a:t>
          </a:r>
          <a:r>
            <a:rPr lang="ko-KR" altLang="en-US" sz="1500" kern="1200" dirty="0"/>
            <a:t>는 인스턴스를 가질 수 없음</a:t>
          </a:r>
          <a:endParaRPr lang="en-US" sz="1500" kern="1200" dirty="0"/>
        </a:p>
      </dsp:txBody>
      <dsp:txXfrm rot="-5400000">
        <a:off x="2084417" y="2793135"/>
        <a:ext cx="3632226" cy="174655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5BDDEB-6F27-497C-93E8-8B00AFF8E887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8E14A7-BC0C-4F5C-B45E-D6C34E696801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sealed: </a:t>
          </a:r>
          <a:r>
            <a:rPr lang="ko-KR" sz="3200" kern="1200"/>
            <a:t>상속 받을 수 없는 </a:t>
          </a:r>
          <a:r>
            <a:rPr lang="en-US" sz="3200" kern="1200"/>
            <a:t>class</a:t>
          </a:r>
        </a:p>
      </dsp:txBody>
      <dsp:txXfrm>
        <a:off x="608661" y="692298"/>
        <a:ext cx="4508047" cy="2799040"/>
      </dsp:txXfrm>
    </dsp:sp>
    <dsp:sp modelId="{9717371E-2EDA-4364-A2DC-6FAA83AC32AA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E0088A-CEE4-44BD-9871-937B14FCF0AB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partial:</a:t>
          </a:r>
          <a:r>
            <a:rPr lang="ko-KR" sz="3200" kern="1200"/>
            <a:t> </a:t>
          </a:r>
          <a:r>
            <a:rPr lang="en-US" sz="3200" kern="1200"/>
            <a:t>class</a:t>
          </a:r>
          <a:r>
            <a:rPr lang="ko-KR" sz="3200" kern="1200"/>
            <a:t> 정의가 여러 파일에 분리됨</a:t>
          </a:r>
          <a:r>
            <a:rPr lang="en-US" sz="3200" kern="1200"/>
            <a:t>; namespace</a:t>
          </a:r>
          <a:r>
            <a:rPr lang="ko-KR" sz="3200" kern="1200"/>
            <a:t>는 같아야 함</a:t>
          </a:r>
          <a:endParaRPr lang="en-US" sz="3200" kern="1200"/>
        </a:p>
      </dsp:txBody>
      <dsp:txXfrm>
        <a:off x="6331365" y="692298"/>
        <a:ext cx="4508047" cy="27990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09623-A77B-C6BD-31B3-C4D5B995F8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11418E1-A546-5F5E-2427-963154CCA1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508F17-0D6E-4D2A-80C6-48FCB4BA1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5BA1E7-AD35-E00B-A41A-C480EF07C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24D089-2064-0876-7D8A-AFA77AA7E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878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981E48-7A61-8F06-176F-38E7B33DC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0B04C5-5337-331A-3BF1-4F37522F0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1AB627-FDCA-02C6-8AD0-12628064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6247C3-FE04-CF4D-59F5-92436D519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F513FD-FD87-E946-7B5A-AB113CDC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273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D9D04E-C1CE-9C69-99BB-AA9DFB776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809F20-1619-EAB2-507B-88DC3B6420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370A64-D908-0537-0D17-AAFE95770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7264A7-F6A6-FBD5-D74D-815D4AB76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6A7E31-62BC-508C-EC64-B27A5379C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206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2FCAF3-44BD-434A-2063-42A5BD84C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DBB1B-D27C-28A0-2B74-92F83DF856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C97D81-F1DA-EDA6-7D32-89A02E8EAB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CE306ED-1244-0652-300B-EE77B1409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FD77A4-F34C-FA3D-979E-23632B2FB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61486F-E601-9AA3-4AD4-4DB4CE45B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329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3C4334-29E1-0C0D-BE72-BDB5C6903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91AD78-ED15-41ED-7890-728140901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A8273E9-6939-18A5-9A1F-9CC64C961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61C0C0-7A19-4BD7-17BA-38F2CA2108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43BC86A-E02C-9853-F9C0-749C0B49B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6403DE8-FF4A-12C6-977C-7234B830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753B1C-F528-9017-1D21-0D0AD5799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B7BFF2-7785-0492-76B1-96B49E956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0409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6B7FE6-AAE3-4F9E-FDFF-B632BC377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4391E6F-8FFC-DC5C-BBDD-5FE6F10FE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297C49-5621-C8C9-F056-101081355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3F064C-6E0A-4DB3-659E-A4FE5C439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085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B195DBA-4932-A78B-705B-B721BAC2B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8708324-D0BC-ECAE-FC13-ED1BE8F44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4ABEC1-8ABD-6A52-EB63-5397E0CD0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3929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7244F1-D24B-2E40-F570-BF589D00B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321E59-8D73-4160-67A9-0DA0A7724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3DB17BE-910B-7BE2-E0EB-230A001AF7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BBE111-D0A9-D12C-D3A5-978B89697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8D9D79-7890-DC28-8DAE-47D078856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DF431C-27F1-480B-2E70-800AF1A58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100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9A1BBD-92FE-C0C6-04FB-35E19A502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74278DC-F98D-0259-F5B6-E4377D9576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14FE72-17F3-3356-A53D-5F57D7FE04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D372D3B-D0FD-0BDA-5974-2BC48DB24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04F98C-A69F-7D06-5E36-DB3B60C7D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0AECB2-C385-BB20-CA05-F3AA6A8EA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6421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FD67E2-A90B-E8EE-C3AE-964BA20FF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17C87BB-76BE-81C6-BA11-6007C6914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2448C2-ABE7-E398-EAF1-F99CCF9AD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FC0F4-EB09-D52F-8D92-6AA2DF1BF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4A7456-6C12-8909-94D7-E4A46AE3E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972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127FF45-78BC-6F81-BA24-FEFE9049E9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9A32C2-A4F2-2CF5-01D4-F5FE26DC1A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66D120-F6E8-AB5C-322D-F8F98E348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3DA309-519B-E4D7-5777-341C2A27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285E6E-ACA7-3497-ED55-FE13A07C5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998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A56D179-DC52-99BF-2A05-9BF2F57A7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9497A5-AB92-1971-4E3D-28F27D609B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ECF8D5-63B1-793C-ADE0-13F8271F48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676355-08AA-1CFC-7CDD-249090DB52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565A72-AEAC-389C-5F80-365DD57F40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763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B07AF0-7C8D-3EB4-E41F-0B12E7712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</a:t>
            </a:r>
            <a:r>
              <a:rPr lang="ko-KR" altLang="en-US" sz="4000">
                <a:solidFill>
                  <a:srgbClr val="FFFFFF"/>
                </a:solidFill>
              </a:rPr>
              <a:t>의 역사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EB3400-6465-C545-8F98-F7998AB40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altLang="ko-KR" sz="2000"/>
              <a:t>ALGOL </a:t>
            </a:r>
            <a:r>
              <a:rPr lang="en-US" altLang="ko-KR" sz="2000">
                <a:sym typeface="Wingdings" panose="05000000000000000000" pitchFamily="2" charset="2"/>
              </a:rPr>
              <a:t> CPL</a:t>
            </a:r>
            <a:r>
              <a:rPr lang="ko-KR" altLang="en-US" sz="2000">
                <a:sym typeface="Wingdings" panose="05000000000000000000" pitchFamily="2" charset="2"/>
              </a:rPr>
              <a:t> </a:t>
            </a:r>
            <a:r>
              <a:rPr lang="en-US" altLang="ko-KR" sz="2000">
                <a:sym typeface="Wingdings" panose="05000000000000000000" pitchFamily="2" charset="2"/>
              </a:rPr>
              <a:t></a:t>
            </a:r>
            <a:r>
              <a:rPr lang="ko-KR" altLang="en-US" sz="2000">
                <a:sym typeface="Wingdings" panose="05000000000000000000" pitchFamily="2" charset="2"/>
              </a:rPr>
              <a:t> </a:t>
            </a:r>
            <a:r>
              <a:rPr lang="en-US" altLang="ko-KR" sz="2000">
                <a:sym typeface="Wingdings" panose="05000000000000000000" pitchFamily="2" charset="2"/>
              </a:rPr>
              <a:t>BCPL  B  C</a:t>
            </a:r>
          </a:p>
          <a:p>
            <a:r>
              <a:rPr lang="ko-KR" altLang="en-US" sz="2000"/>
              <a:t>기계어</a:t>
            </a:r>
            <a:r>
              <a:rPr lang="en-US" altLang="ko-KR" sz="2000"/>
              <a:t>(machine code: </a:t>
            </a:r>
            <a:r>
              <a:rPr lang="ko-KR" altLang="en-US" sz="2000"/>
              <a:t>이진수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어셈블리</a:t>
            </a:r>
            <a:r>
              <a:rPr lang="en-US" altLang="ko-KR" sz="2000"/>
              <a:t>(assembly: </a:t>
            </a:r>
            <a:r>
              <a:rPr lang="ko-KR" altLang="en-US" sz="2000"/>
              <a:t>니모닉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포트란</a:t>
            </a:r>
            <a:r>
              <a:rPr lang="en-US" altLang="ko-KR" sz="2000"/>
              <a:t>(Fortran: </a:t>
            </a:r>
            <a:r>
              <a:rPr lang="ko-KR" altLang="en-US" sz="2000"/>
              <a:t>수학 연산자 사용</a:t>
            </a:r>
            <a:r>
              <a:rPr lang="en-US" altLang="ko-KR" sz="2000"/>
              <a:t>, </a:t>
            </a:r>
            <a:r>
              <a:rPr lang="ko-KR" altLang="en-US" sz="2000"/>
              <a:t>서브루틴</a:t>
            </a:r>
            <a:r>
              <a:rPr lang="en-US" altLang="ko-KR" sz="2000"/>
              <a:t>, </a:t>
            </a:r>
            <a:r>
              <a:rPr lang="ko-KR" altLang="en-US" sz="2000"/>
              <a:t>구조적 프로그래밍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알골</a:t>
            </a:r>
            <a:r>
              <a:rPr lang="en-US" altLang="ko-KR" sz="2000"/>
              <a:t>(ALGOL, algorithmic language: </a:t>
            </a:r>
            <a:r>
              <a:rPr lang="ko-KR" altLang="en-US" sz="2000"/>
              <a:t>코드 블록 도입</a:t>
            </a:r>
            <a:r>
              <a:rPr lang="en-US" altLang="ko-KR" sz="2000"/>
              <a:t>, </a:t>
            </a:r>
            <a:r>
              <a:rPr lang="ko-KR" altLang="en-US" sz="2000"/>
              <a:t>영어식 표현</a:t>
            </a:r>
            <a:r>
              <a:rPr lang="en-US" altLang="ko-KR" sz="2000"/>
              <a:t>)</a:t>
            </a:r>
          </a:p>
          <a:p>
            <a:r>
              <a:rPr lang="en-US" altLang="ko-KR" sz="2000"/>
              <a:t>BCPL(Basic Combined Programming Language: </a:t>
            </a:r>
            <a:r>
              <a:rPr lang="ko-KR" altLang="en-US" sz="2000"/>
              <a:t>코드 블록에 괄호 사용</a:t>
            </a:r>
            <a:r>
              <a:rPr lang="en-US" altLang="ko-KR" sz="2000"/>
              <a:t>, </a:t>
            </a:r>
            <a:r>
              <a:rPr lang="ko-KR" altLang="en-US" sz="2000"/>
              <a:t>그외 다양한 기호 사용</a:t>
            </a:r>
            <a:r>
              <a:rPr lang="en-US" altLang="ko-KR" sz="2000"/>
              <a:t>)</a:t>
            </a:r>
          </a:p>
          <a:p>
            <a:r>
              <a:rPr lang="en-US" altLang="ko-KR" sz="2000"/>
              <a:t>B</a:t>
            </a:r>
          </a:p>
          <a:p>
            <a:r>
              <a:rPr lang="en-US" altLang="ko-KR" sz="2000"/>
              <a:t>C(</a:t>
            </a:r>
            <a:r>
              <a:rPr lang="ko-KR" altLang="en-US" sz="2000"/>
              <a:t>혁명적 프로그래밍 언어</a:t>
            </a:r>
            <a:r>
              <a:rPr lang="en-US" altLang="ko-KR" sz="2000"/>
              <a:t>)</a:t>
            </a:r>
            <a:endParaRPr lang="ko-KR" altLang="en-US" sz="2000"/>
          </a:p>
        </p:txBody>
      </p:sp>
    </p:spTree>
    <p:extLst>
      <p:ext uri="{BB962C8B-B14F-4D97-AF65-F5344CB8AC3E}">
        <p14:creationId xmlns:p14="http://schemas.microsoft.com/office/powerpoint/2010/main" val="18661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85E1183-C77A-71C1-8D31-EA179AC05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</a:t>
            </a:r>
            <a:r>
              <a:rPr lang="ko-KR" altLang="en-US" sz="4000">
                <a:solidFill>
                  <a:srgbClr val="FFFFFF"/>
                </a:solidFill>
              </a:rPr>
              <a:t>의 역사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485D5F8B-706E-3646-854B-429197A699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7755900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09658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1A0A9671-5B92-26A2-799A-51ADF0E39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5352229"/>
            <a:ext cx="12202174" cy="1519356"/>
            <a:chOff x="0" y="-29768"/>
            <a:chExt cx="12202174" cy="1519356"/>
          </a:xfrm>
        </p:grpSpPr>
        <p:sp>
          <p:nvSpPr>
            <p:cNvPr id="1032" name="Rectangle 1031">
              <a:extLst>
                <a:ext uri="{FF2B5EF4-FFF2-40B4-BE49-F238E27FC236}">
                  <a16:creationId xmlns:a16="http://schemas.microsoft.com/office/drawing/2014/main" id="{71CC6B4C-401C-575A-AE8E-2739C2374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3" name="Rectangle 1032">
              <a:extLst>
                <a:ext uri="{FF2B5EF4-FFF2-40B4-BE49-F238E27FC236}">
                  <a16:creationId xmlns:a16="http://schemas.microsoft.com/office/drawing/2014/main" id="{ADEFFA9F-9B89-18D4-F35B-F234DBA679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289101" y="-1429602"/>
              <a:ext cx="1507122" cy="4319024"/>
            </a:xfrm>
            <a:prstGeom prst="rect">
              <a:avLst/>
            </a:prstGeom>
            <a:gradFill>
              <a:gsLst>
                <a:gs pos="5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1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4" name="Rectangle 1033">
              <a:extLst>
                <a:ext uri="{FF2B5EF4-FFF2-40B4-BE49-F238E27FC236}">
                  <a16:creationId xmlns:a16="http://schemas.microsoft.com/office/drawing/2014/main" id="{A7AAAC44-71DE-C03C-8778-4B46866A1F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880884" y="-2910652"/>
              <a:ext cx="1519356" cy="7281123"/>
            </a:xfrm>
            <a:prstGeom prst="rect">
              <a:avLst/>
            </a:prstGeom>
            <a:gradFill>
              <a:gsLst>
                <a:gs pos="2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75000"/>
                    <a:alpha val="70000"/>
                  </a:schemeClr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4C012C1E-FE60-F484-B0C0-44DA610C4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5614"/>
            <a:ext cx="6869906" cy="9139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en-US" altLang="ko-KR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C# </a:t>
            </a:r>
            <a:r>
              <a:rPr lang="ko-KR" alt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실행 과정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C760EC-90AF-061E-556B-29928A7BD5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6299" y="676120"/>
            <a:ext cx="10439401" cy="391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5234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Flowchart: Document 2054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175" y="0"/>
            <a:ext cx="3248025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A56643E-9B54-9DE8-36F9-4A6731F9B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162"/>
            <a:ext cx="2840182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en-US" altLang="ko-KR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.NET Framework</a:t>
            </a:r>
          </a:p>
        </p:txBody>
      </p:sp>
      <p:pic>
        <p:nvPicPr>
          <p:cNvPr id="2050" name="Picture 2" descr="Introducing .NET 5 - .NET Blog">
            <a:extLst>
              <a:ext uri="{FF2B5EF4-FFF2-40B4-BE49-F238E27FC236}">
                <a16:creationId xmlns:a16="http://schemas.microsoft.com/office/drawing/2014/main" id="{F4A32360-D079-12B1-75E4-E8408F0298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12708" y="1829341"/>
            <a:ext cx="8966274" cy="4774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7965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9" name="Rectangle 307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1" name="Rectangle 308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254FBFF-E1B9-4699-AFFB-9E1897A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24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.NET Framework Architecture</a:t>
            </a:r>
          </a:p>
        </p:txBody>
      </p:sp>
      <p:pic>
        <p:nvPicPr>
          <p:cNvPr id="3074" name="Picture 2" descr="An Introduction to .NET Framework">
            <a:extLst>
              <a:ext uri="{FF2B5EF4-FFF2-40B4-BE49-F238E27FC236}">
                <a16:creationId xmlns:a16="http://schemas.microsoft.com/office/drawing/2014/main" id="{0F55A61F-B781-9416-92B8-92E2CD0592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5" t="20712" r="2504" b="4533"/>
          <a:stretch>
            <a:fillRect/>
          </a:stretch>
        </p:blipFill>
        <p:spPr bwMode="auto">
          <a:xfrm>
            <a:off x="4038600" y="1484180"/>
            <a:ext cx="7188199" cy="38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1053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476571-DD3F-4CAA-F1F1-559BB383A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C# and .NET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F75DFB2-17B8-EE6A-89D9-F6E47F290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26517" y="0"/>
            <a:ext cx="5936783" cy="6783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02077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BE064F2-F162-F261-B341-BFFA34AE5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 </a:t>
            </a:r>
            <a:r>
              <a:rPr lang="ko-KR" altLang="en-US" sz="4000">
                <a:solidFill>
                  <a:srgbClr val="FFFFFF"/>
                </a:solidFill>
              </a:rPr>
              <a:t>자료형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15477381-4BBB-6309-0E36-5F0606FF1A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373654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80931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F671B5D-F97F-172E-CECF-79D16FFEA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구조체</a:t>
            </a:r>
            <a:r>
              <a:rPr lang="en-US" altLang="ko-KR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struct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367841-4B34-F1EF-8DE3-469788B1B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 latinLnBrk="0">
              <a:buNone/>
            </a:pPr>
            <a:r>
              <a:rPr lang="en-US" altLang="ko-KR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C++</a:t>
            </a:r>
            <a:r>
              <a:rPr lang="ko-KR" alt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의 </a:t>
            </a:r>
            <a:r>
              <a:rPr lang="en-US" altLang="ko-KR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ko-KR" alt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와 거의 완전히 다름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3BC4201-5E53-1935-54C3-D8632F89D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966788"/>
              </p:ext>
            </p:extLst>
          </p:nvPr>
        </p:nvGraphicFramePr>
        <p:xfrm>
          <a:off x="96253" y="2417065"/>
          <a:ext cx="12002704" cy="4297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4977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2654351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6713376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67536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 dirty="0"/>
                        <a:t>속성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struct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class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67536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600" dirty="0"/>
                        <a:t>멤버 기본 접근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private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private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567827054"/>
                  </a:ext>
                </a:extLst>
              </a:tr>
              <a:tr h="67536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600" dirty="0"/>
                        <a:t>객체 기본 접근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internal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internal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793880659"/>
                  </a:ext>
                </a:extLst>
              </a:tr>
              <a:tr h="67536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 dirty="0"/>
                        <a:t>할당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value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reference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159631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 dirty="0"/>
                        <a:t>상속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불가능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 dirty="0"/>
                        <a:t>자식</a:t>
                      </a:r>
                      <a:r>
                        <a:rPr lang="en-US" altLang="ko-KR" sz="2800" dirty="0"/>
                        <a:t>, </a:t>
                      </a:r>
                      <a:r>
                        <a:rPr lang="ko-KR" altLang="en-US" sz="2800" dirty="0"/>
                        <a:t>손자 등등 지속적인 상속 가능</a:t>
                      </a:r>
                      <a:endParaRPr lang="en-US" altLang="ko-KR" sz="2800" dirty="0"/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800" dirty="0"/>
                        <a:t>class</a:t>
                      </a:r>
                      <a:r>
                        <a:rPr lang="ko-KR" altLang="en-US" sz="2800" dirty="0"/>
                        <a:t>로 다중 상속은 불가능</a:t>
                      </a:r>
                      <a:r>
                        <a:rPr lang="en-US" altLang="ko-KR" sz="2800" dirty="0"/>
                        <a:t>; </a:t>
                      </a:r>
                      <a:r>
                        <a:rPr lang="ko-KR" altLang="en-US" sz="2800" dirty="0"/>
                        <a:t>대신 </a:t>
                      </a:r>
                      <a:r>
                        <a:rPr lang="en-US" altLang="ko-KR" sz="2800" dirty="0"/>
                        <a:t>interface</a:t>
                      </a:r>
                      <a:r>
                        <a:rPr lang="ko-KR" altLang="en-US" sz="2800" dirty="0"/>
                        <a:t>로는 가능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9006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9649273-C900-70F9-AE53-E6795C3D3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altLang="ko-KR" sz="4000">
                <a:solidFill>
                  <a:srgbClr val="FFFFFF"/>
                </a:solidFill>
              </a:rPr>
              <a:t>nullable</a:t>
            </a:r>
            <a:endParaRPr lang="ko-KR" altLang="en-US" sz="4000">
              <a:solidFill>
                <a:srgbClr val="FFFFFF"/>
              </a:solidFill>
            </a:endParaRPr>
          </a:p>
        </p:txBody>
      </p:sp>
      <p:graphicFrame>
        <p:nvGraphicFramePr>
          <p:cNvPr id="21" name="내용 개체 틀 2">
            <a:extLst>
              <a:ext uri="{FF2B5EF4-FFF2-40B4-BE49-F238E27FC236}">
                <a16:creationId xmlns:a16="http://schemas.microsoft.com/office/drawing/2014/main" id="{3C1ED804-4CE5-0363-4248-30F18479BB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193830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20825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DCEF159-A4E6-D6EE-E06A-7E07F9319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</a:t>
            </a:r>
            <a:r>
              <a:rPr lang="ko-KR" altLang="en-US" sz="4000">
                <a:solidFill>
                  <a:srgbClr val="FFFFFF"/>
                </a:solidFill>
              </a:rPr>
              <a:t>의 문자 연산자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99A9D20E-1CFF-8165-5897-013C555AB0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931532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12153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0AEBBC4-21DF-FB5A-C67E-9A61BBF7B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ko-KR" sz="5400"/>
              <a:t>Reference</a:t>
            </a:r>
            <a:r>
              <a:rPr lang="ko-KR" altLang="en-US" sz="5400"/>
              <a:t>로 메소드 입력 전달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24915554-AF00-B52F-BB12-2CD515852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0860735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144B01-8F7E-C93F-4A0E-712770F22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681134"/>
              </p:ext>
            </p:extLst>
          </p:nvPr>
        </p:nvGraphicFramePr>
        <p:xfrm>
          <a:off x="1684867" y="4288327"/>
          <a:ext cx="5141383" cy="22150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1683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2679700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C++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C#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 dirty="0"/>
                        <a:t>var&amp; x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ref var x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out var x</a:t>
                      </a:r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 dirty="0"/>
                        <a:t>const var&amp; x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2900" dirty="0"/>
                        <a:t>in var x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5267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377B2DF-44D4-75AA-E2FE-9EBCD5A7D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접근 한정자</a:t>
            </a:r>
          </a:p>
        </p:txBody>
      </p:sp>
      <p:sp>
        <p:nvSpPr>
          <p:cNvPr id="103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78772A7-A40C-60F9-47E9-21CF21ECB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32665" y="2066258"/>
            <a:ext cx="9926669" cy="4640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17323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4A70738-2C6E-BA9F-480E-4A35C0831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ko-KR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멤버 접근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D9CCD8A-C58B-DCA4-5987-D5424A3162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7593421"/>
              </p:ext>
            </p:extLst>
          </p:nvPr>
        </p:nvGraphicFramePr>
        <p:xfrm>
          <a:off x="898053" y="1966293"/>
          <a:ext cx="10395895" cy="4452160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3091567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3709498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3594830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11130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2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marL="458670" marR="275202" marT="275202" marB="275202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b="1">
                          <a:solidFill>
                            <a:srgbClr val="FFFFFF"/>
                          </a:solidFill>
                        </a:rPr>
                        <a:t>C++</a:t>
                      </a:r>
                      <a:endParaRPr lang="ko-KR" altLang="en-US" sz="3200" b="1">
                        <a:solidFill>
                          <a:srgbClr val="FFFFFF"/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b="1">
                          <a:solidFill>
                            <a:srgbClr val="FFFFFF"/>
                          </a:solidFill>
                        </a:rPr>
                        <a:t>C#</a:t>
                      </a:r>
                      <a:endParaRPr lang="ko-KR" altLang="en-US" sz="3200" b="1">
                        <a:solidFill>
                          <a:srgbClr val="FFFFFF"/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11130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instance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inst.member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inst.member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11130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class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cls</a:t>
                      </a:r>
                      <a:r>
                        <a:rPr lang="en-US" altLang="ko-KR" sz="32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::member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cls.member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  <a:tr h="11130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namespace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nmsp</a:t>
                      </a:r>
                      <a:r>
                        <a:rPr lang="en-US" altLang="ko-KR" sz="32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::member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nmsp.member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36538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1917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3DF3C-68E3-A1AB-8F7A-CB017650F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상수 정의</a:t>
            </a:r>
            <a:r>
              <a:rPr lang="en-US" altLang="ko-KR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: const, </a:t>
            </a:r>
            <a:r>
              <a:rPr lang="en-US" altLang="ko-KR" sz="32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readonly</a:t>
            </a:r>
            <a:endParaRPr lang="en-US" altLang="ko-KR" sz="3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BEEE269-4F8B-74C8-0536-74D68E9B1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9031943"/>
              </p:ext>
            </p:extLst>
          </p:nvPr>
        </p:nvGraphicFramePr>
        <p:xfrm>
          <a:off x="249383" y="2034791"/>
          <a:ext cx="11605009" cy="45160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2528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3626307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5906174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62877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900" dirty="0"/>
                        <a:t>속성</a:t>
                      </a:r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C++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C#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107596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const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900"/>
                        <a:t>변수를 상수로 변경</a:t>
                      </a:r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900" dirty="0"/>
                        <a:t>상수이면서 </a:t>
                      </a:r>
                      <a:r>
                        <a:rPr lang="en-US" altLang="ko-KR" sz="2900" dirty="0"/>
                        <a:t>static </a:t>
                      </a:r>
                      <a:r>
                        <a:rPr lang="ko-KR" altLang="en-US" sz="2900" dirty="0"/>
                        <a:t>성질까지 포함</a:t>
                      </a:r>
                      <a:r>
                        <a:rPr lang="en-US" altLang="ko-KR" sz="2900" dirty="0"/>
                        <a:t>; static</a:t>
                      </a:r>
                      <a:r>
                        <a:rPr lang="ko-KR" altLang="en-US" sz="2900" dirty="0"/>
                        <a:t>과 함께 </a:t>
                      </a:r>
                      <a:r>
                        <a:rPr lang="en-US" altLang="ko-KR" sz="2900" dirty="0"/>
                        <a:t>X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900" dirty="0"/>
                        <a:t>선언에서 초기화</a:t>
                      </a:r>
                      <a:endParaRPr lang="en-US" altLang="ko-KR" sz="2900" dirty="0"/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const (</a:t>
                      </a:r>
                      <a:r>
                        <a:rPr lang="en-US" altLang="ko-KR" sz="29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C#) </a:t>
                      </a:r>
                      <a:r>
                        <a:rPr lang="ko-KR" altLang="en-US" sz="29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≈</a:t>
                      </a:r>
                      <a:r>
                        <a:rPr lang="en-US" altLang="ko-KR" sz="29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static </a:t>
                      </a:r>
                      <a:r>
                        <a:rPr lang="en-US" altLang="ko-KR" sz="2900" dirty="0"/>
                        <a:t>const (C++)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197033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readonly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-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C++</a:t>
                      </a:r>
                      <a:r>
                        <a:rPr lang="ko-KR" altLang="en-US" sz="2900" dirty="0"/>
                        <a:t>의 </a:t>
                      </a:r>
                      <a:r>
                        <a:rPr lang="en-US" altLang="ko-KR" sz="2900" dirty="0"/>
                        <a:t>const</a:t>
                      </a:r>
                      <a:r>
                        <a:rPr lang="ko-KR" altLang="en-US" sz="2900" dirty="0"/>
                        <a:t>와 </a:t>
                      </a:r>
                      <a:r>
                        <a:rPr lang="ko-KR" altLang="en-US" sz="2900" dirty="0" err="1"/>
                        <a:t>비슷</a:t>
                      </a:r>
                      <a:r>
                        <a:rPr lang="en-US" altLang="ko-KR" sz="2900" dirty="0"/>
                        <a:t>;</a:t>
                      </a:r>
                      <a:r>
                        <a:rPr lang="ko-KR" altLang="en-US" sz="2900" dirty="0"/>
                        <a:t> 선언이나 생성자에서 초기화 가능</a:t>
                      </a:r>
                      <a:endParaRPr lang="en-US" altLang="ko-KR" sz="2900" dirty="0"/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static </a:t>
                      </a:r>
                      <a:r>
                        <a:rPr lang="en-US" altLang="ko-KR" sz="2900" dirty="0" err="1"/>
                        <a:t>readonly</a:t>
                      </a:r>
                      <a:r>
                        <a:rPr lang="en-US" altLang="ko-KR" sz="2900" dirty="0"/>
                        <a:t> </a:t>
                      </a:r>
                      <a:r>
                        <a:rPr lang="ko-KR" altLang="en-US" sz="2900" dirty="0"/>
                        <a:t>가능</a:t>
                      </a:r>
                      <a:r>
                        <a:rPr lang="en-US" altLang="ko-KR" sz="2900" dirty="0"/>
                        <a:t>: static </a:t>
                      </a:r>
                      <a:r>
                        <a:rPr lang="ko-KR" altLang="en-US" sz="2900" dirty="0"/>
                        <a:t>생성자에서 초기화</a:t>
                      </a:r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2712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89EA877-CA4B-9FE6-7F07-0D61EC574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Override(</a:t>
            </a:r>
            <a:r>
              <a:rPr lang="ko-KR" altLang="en-US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번복</a:t>
            </a:r>
            <a:r>
              <a:rPr lang="en-US" altLang="ko-KR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) vs Upcasting(</a:t>
            </a:r>
            <a:r>
              <a:rPr lang="ko-KR" altLang="en-US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상향 선정</a:t>
            </a:r>
            <a:r>
              <a:rPr lang="en-US" altLang="ko-KR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)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F2587CC-AFAB-A450-976D-A9D2BFDE57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953267"/>
              </p:ext>
            </p:extLst>
          </p:nvPr>
        </p:nvGraphicFramePr>
        <p:xfrm>
          <a:off x="406400" y="2633473"/>
          <a:ext cx="11331787" cy="2572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440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4008093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4863254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800"/>
                        <a:t>속성</a:t>
                      </a:r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C++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C#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override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-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/>
                        <a:t>부모 메소드</a:t>
                      </a:r>
                      <a:r>
                        <a:rPr lang="en-US" altLang="ko-KR" sz="2800"/>
                        <a:t>: X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/>
                        <a:t>자식 메소드</a:t>
                      </a:r>
                      <a:r>
                        <a:rPr lang="en-US" altLang="ko-KR" sz="2800"/>
                        <a:t>: new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upcasting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/>
                        <a:t>부모 메소드</a:t>
                      </a:r>
                      <a:r>
                        <a:rPr lang="en-US" altLang="ko-KR" sz="2800"/>
                        <a:t>: virtual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/>
                        <a:t>자식 메소드</a:t>
                      </a:r>
                      <a:r>
                        <a:rPr lang="en-US" altLang="ko-KR" sz="2800"/>
                        <a:t>: virtual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 dirty="0"/>
                        <a:t>부모 메소드</a:t>
                      </a:r>
                      <a:r>
                        <a:rPr lang="en-US" altLang="ko-KR" sz="2800" dirty="0"/>
                        <a:t>: virtual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 dirty="0"/>
                        <a:t>자식 메소드</a:t>
                      </a:r>
                      <a:r>
                        <a:rPr lang="en-US" altLang="ko-KR" sz="2800" dirty="0"/>
                        <a:t>: override</a:t>
                      </a:r>
                      <a:endParaRPr lang="ko-KR" altLang="en-US" sz="2800" dirty="0"/>
                    </a:p>
                  </a:txBody>
                  <a:tcPr marL="146438" marR="146438" marT="73219" marB="73219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0783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D13C5C3-ED29-E6F4-37AC-4E83F2821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703" y="638175"/>
            <a:ext cx="5393267" cy="2027227"/>
          </a:xfrm>
        </p:spPr>
        <p:txBody>
          <a:bodyPr anchor="t">
            <a:normAutofit/>
          </a:bodyPr>
          <a:lstStyle/>
          <a:p>
            <a:r>
              <a:rPr lang="en-US" altLang="ko-KR" sz="5400" dirty="0">
                <a:solidFill>
                  <a:srgbClr val="FFFFFF"/>
                </a:solidFill>
              </a:rPr>
              <a:t>Abstract Class</a:t>
            </a:r>
            <a:br>
              <a:rPr lang="en-US" altLang="ko-KR" sz="5400" dirty="0">
                <a:solidFill>
                  <a:srgbClr val="FFFFFF"/>
                </a:solidFill>
              </a:rPr>
            </a:br>
            <a:r>
              <a:rPr lang="en-US" altLang="ko-KR" sz="5400" dirty="0">
                <a:solidFill>
                  <a:srgbClr val="FFFFFF"/>
                </a:solidFill>
              </a:rPr>
              <a:t>(</a:t>
            </a:r>
            <a:r>
              <a:rPr lang="ko-KR" altLang="en-US" sz="5400" dirty="0">
                <a:solidFill>
                  <a:srgbClr val="FFFFFF"/>
                </a:solidFill>
              </a:rPr>
              <a:t>추상 클래스</a:t>
            </a:r>
            <a:r>
              <a:rPr lang="en-US" altLang="ko-KR" sz="5400" dirty="0">
                <a:solidFill>
                  <a:srgbClr val="FFFFFF"/>
                </a:solidFill>
              </a:rPr>
              <a:t>)</a:t>
            </a:r>
            <a:endParaRPr lang="ko-KR" altLang="en-US" sz="5400" dirty="0">
              <a:solidFill>
                <a:srgbClr val="FFFFFF"/>
              </a:solidFill>
            </a:endParaRP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D365457A-60EA-E783-4E95-A47556481D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4942791"/>
              </p:ext>
            </p:extLst>
          </p:nvPr>
        </p:nvGraphicFramePr>
        <p:xfrm>
          <a:off x="5542672" y="541606"/>
          <a:ext cx="5811128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266417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46020F7-59D1-CCFE-9A38-B293BD1C5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ko-KR" altLang="en-US" sz="4000" dirty="0">
                <a:solidFill>
                  <a:srgbClr val="FFFFFF"/>
                </a:solidFill>
              </a:rPr>
              <a:t>다양한 상속 종류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33B13869-31F1-71AD-2E84-5AA0D0D6C43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250181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70977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7311CA-E01E-2872-365D-1B2F90913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4EF8A0E-50EB-C561-DBEA-7BA9C5EA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다양한 </a:t>
            </a:r>
            <a:r>
              <a:rPr lang="en-US" altLang="ko-KR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class </a:t>
            </a:r>
            <a:r>
              <a:rPr lang="ko-KR" alt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종류</a:t>
            </a:r>
            <a:endParaRPr lang="en-US" altLang="ko-KR" sz="66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24D4CFB8-7385-FF18-B98C-57DA3D3853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7530159"/>
              </p:ext>
            </p:extLst>
          </p:nvPr>
        </p:nvGraphicFramePr>
        <p:xfrm>
          <a:off x="0" y="1980880"/>
          <a:ext cx="12192002" cy="43478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495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3309169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3309169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  <a:gridCol w="3309169">
                  <a:extLst>
                    <a:ext uri="{9D8B030D-6E8A-4147-A177-3AD203B41FA5}">
                      <a16:colId xmlns:a16="http://schemas.microsoft.com/office/drawing/2014/main" val="1651916683"/>
                    </a:ext>
                  </a:extLst>
                </a:gridCol>
              </a:tblGrid>
              <a:tr h="70681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700"/>
                        <a:t>항목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700" dirty="0"/>
                        <a:t>class</a:t>
                      </a:r>
                      <a:endParaRPr lang="ko-KR" altLang="en-US" sz="2700" dirty="0"/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700"/>
                        <a:t>abstract class</a:t>
                      </a:r>
                      <a:endParaRPr lang="ko-KR" altLang="en-US" sz="2700"/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700"/>
                        <a:t>interface</a:t>
                      </a:r>
                      <a:endParaRPr lang="ko-KR" altLang="en-US" sz="2700"/>
                    </a:p>
                  </a:txBody>
                  <a:tcPr marL="143001" marR="143001" marT="71500" marB="71500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54503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500" dirty="0"/>
                        <a:t>멤버 기본 접근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300" dirty="0"/>
                        <a:t>private</a:t>
                      </a:r>
                      <a:endParaRPr lang="ko-KR" altLang="en-US" sz="2300" dirty="0"/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2300" dirty="0"/>
                        <a:t>private</a:t>
                      </a:r>
                      <a:endParaRPr lang="ko-KR" altLang="en-US" sz="2300" dirty="0"/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2300" dirty="0"/>
                        <a:t>public</a:t>
                      </a:r>
                      <a:endParaRPr lang="ko-KR" altLang="en-US" sz="2300" dirty="0"/>
                    </a:p>
                  </a:txBody>
                  <a:tcPr marL="143001" marR="143001" marT="71500" marB="71500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37480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500"/>
                        <a:t>필드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300" dirty="0"/>
                        <a:t>일반</a:t>
                      </a:r>
                      <a:r>
                        <a:rPr lang="en-US" altLang="ko-KR" sz="2300" dirty="0"/>
                        <a:t>/static</a:t>
                      </a:r>
                      <a:r>
                        <a:rPr lang="ko-KR" altLang="en-US" sz="2300" dirty="0"/>
                        <a:t> 필드</a:t>
                      </a:r>
                      <a:r>
                        <a:rPr lang="en-US" altLang="ko-KR" sz="2300" dirty="0"/>
                        <a:t>, </a:t>
                      </a:r>
                      <a:r>
                        <a:rPr lang="ko-KR" altLang="en-US" sz="2300" dirty="0"/>
                        <a:t>일반</a:t>
                      </a:r>
                      <a:r>
                        <a:rPr lang="en-US" altLang="ko-KR" sz="2300" dirty="0"/>
                        <a:t>/static</a:t>
                      </a:r>
                      <a:r>
                        <a:rPr lang="ko-KR" altLang="en-US" sz="2300" dirty="0"/>
                        <a:t> 상수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2300" dirty="0"/>
                        <a:t>일반</a:t>
                      </a:r>
                      <a:r>
                        <a:rPr lang="en-US" altLang="ko-KR" sz="2300" dirty="0"/>
                        <a:t>/static</a:t>
                      </a:r>
                      <a:r>
                        <a:rPr lang="ko-KR" altLang="en-US" sz="2300" dirty="0"/>
                        <a:t> 필드</a:t>
                      </a:r>
                      <a:r>
                        <a:rPr lang="en-US" altLang="ko-KR" sz="2300" dirty="0"/>
                        <a:t>, </a:t>
                      </a:r>
                      <a:r>
                        <a:rPr lang="ko-KR" altLang="en-US" sz="2300" dirty="0"/>
                        <a:t>일반</a:t>
                      </a:r>
                      <a:r>
                        <a:rPr lang="en-US" altLang="ko-KR" sz="2300" dirty="0"/>
                        <a:t>/static</a:t>
                      </a:r>
                      <a:r>
                        <a:rPr lang="ko-KR" altLang="en-US" sz="2300" dirty="0"/>
                        <a:t> 상수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2300" dirty="0"/>
                        <a:t>static</a:t>
                      </a:r>
                      <a:r>
                        <a:rPr lang="ko-KR" altLang="en-US" sz="2300" dirty="0"/>
                        <a:t> 필드</a:t>
                      </a:r>
                      <a:r>
                        <a:rPr lang="en-US" altLang="ko-KR" sz="2300" dirty="0"/>
                        <a:t>, static</a:t>
                      </a:r>
                      <a:r>
                        <a:rPr lang="ko-KR" altLang="en-US" sz="2300" dirty="0"/>
                        <a:t> 상수</a:t>
                      </a:r>
                    </a:p>
                  </a:txBody>
                  <a:tcPr marL="143001" marR="143001" marT="71500" marB="71500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500" dirty="0"/>
                        <a:t>메소드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300" dirty="0"/>
                        <a:t>일반</a:t>
                      </a:r>
                      <a:r>
                        <a:rPr lang="en-US" altLang="ko-KR" sz="2300" dirty="0"/>
                        <a:t>/static </a:t>
                      </a:r>
                      <a:r>
                        <a:rPr lang="ko-KR" altLang="en-US" sz="2300" dirty="0"/>
                        <a:t>메소드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2300" dirty="0"/>
                        <a:t>일반</a:t>
                      </a:r>
                      <a:r>
                        <a:rPr lang="en-US" altLang="ko-KR" sz="2300" dirty="0"/>
                        <a:t>/static/</a:t>
                      </a:r>
                      <a:r>
                        <a:rPr lang="ko-KR" altLang="en-US" sz="2300" dirty="0"/>
                        <a:t>추상</a:t>
                      </a:r>
                      <a:r>
                        <a:rPr lang="en-US" altLang="ko-KR" sz="2300" dirty="0"/>
                        <a:t> </a:t>
                      </a:r>
                      <a:r>
                        <a:rPr lang="ko-KR" altLang="en-US" sz="2300" dirty="0"/>
                        <a:t>메소드</a:t>
                      </a:r>
                      <a:r>
                        <a:rPr lang="en-US" altLang="ko-KR" sz="2300" dirty="0"/>
                        <a:t>(abstract </a:t>
                      </a:r>
                      <a:r>
                        <a:rPr lang="ko-KR" altLang="en-US" sz="2300" dirty="0"/>
                        <a:t>필요</a:t>
                      </a:r>
                      <a:r>
                        <a:rPr lang="en-US" altLang="ko-KR" sz="2300" dirty="0"/>
                        <a:t>)</a:t>
                      </a:r>
                      <a:endParaRPr lang="ko-KR" altLang="en-US" sz="2300" dirty="0"/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2300" dirty="0"/>
                        <a:t>일반</a:t>
                      </a:r>
                      <a:r>
                        <a:rPr lang="en-US" altLang="ko-KR" sz="2300" dirty="0"/>
                        <a:t>/static/</a:t>
                      </a:r>
                      <a:r>
                        <a:rPr lang="ko-KR" altLang="en-US" sz="2300" dirty="0"/>
                        <a:t>추상 메소드</a:t>
                      </a:r>
                      <a:r>
                        <a:rPr lang="en-US" altLang="ko-KR" sz="2300" dirty="0"/>
                        <a:t>(abstract </a:t>
                      </a:r>
                      <a:r>
                        <a:rPr lang="ko-KR" altLang="en-US" sz="2300" dirty="0"/>
                        <a:t>불필요</a:t>
                      </a:r>
                      <a:r>
                        <a:rPr lang="en-US" altLang="ko-KR" sz="2300" dirty="0"/>
                        <a:t>)</a:t>
                      </a:r>
                      <a:endParaRPr lang="ko-KR" altLang="en-US" sz="2300" dirty="0"/>
                    </a:p>
                  </a:txBody>
                  <a:tcPr marL="143001" marR="143001" marT="71500" marB="71500"/>
                </a:tc>
                <a:extLst>
                  <a:ext uri="{0D108BD9-81ED-4DB2-BD59-A6C34878D82A}">
                    <a16:rowId xmlns:a16="http://schemas.microsoft.com/office/drawing/2014/main" val="2218311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500" dirty="0"/>
                        <a:t>생성자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300" dirty="0"/>
                        <a:t>가능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2300" dirty="0"/>
                        <a:t>가능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2300" dirty="0"/>
                        <a:t>불가능</a:t>
                      </a:r>
                    </a:p>
                  </a:txBody>
                  <a:tcPr marL="143001" marR="143001" marT="71500" marB="71500"/>
                </a:tc>
                <a:extLst>
                  <a:ext uri="{0D108BD9-81ED-4DB2-BD59-A6C34878D82A}">
                    <a16:rowId xmlns:a16="http://schemas.microsoft.com/office/drawing/2014/main" val="1845546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500" dirty="0"/>
                        <a:t>인스턴스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300" dirty="0"/>
                        <a:t>가능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2300" dirty="0"/>
                        <a:t>불가능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2300" dirty="0"/>
                        <a:t>불가능</a:t>
                      </a:r>
                    </a:p>
                  </a:txBody>
                  <a:tcPr marL="143001" marR="143001" marT="71500" marB="71500"/>
                </a:tc>
                <a:extLst>
                  <a:ext uri="{0D108BD9-81ED-4DB2-BD59-A6C34878D82A}">
                    <a16:rowId xmlns:a16="http://schemas.microsoft.com/office/drawing/2014/main" val="4934471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0153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694</Words>
  <Application>Microsoft Office PowerPoint</Application>
  <PresentationFormat>와이드스크린</PresentationFormat>
  <Paragraphs>137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맑은 고딕</vt:lpstr>
      <vt:lpstr>Arial</vt:lpstr>
      <vt:lpstr>Wingdings</vt:lpstr>
      <vt:lpstr>Office 테마</vt:lpstr>
      <vt:lpstr>C의 역사</vt:lpstr>
      <vt:lpstr>C#의 역사</vt:lpstr>
      <vt:lpstr>C# 실행 과정</vt:lpstr>
      <vt:lpstr>.NET Framework</vt:lpstr>
      <vt:lpstr>.NET Framework Architecture</vt:lpstr>
      <vt:lpstr>C# and .NET</vt:lpstr>
      <vt:lpstr>C# 자료형</vt:lpstr>
      <vt:lpstr>구조체, struct</vt:lpstr>
      <vt:lpstr>nullable</vt:lpstr>
      <vt:lpstr>C#의 문자 연산자</vt:lpstr>
      <vt:lpstr>Reference로 메소드 입력 전달</vt:lpstr>
      <vt:lpstr>접근 한정자</vt:lpstr>
      <vt:lpstr>멤버 접근</vt:lpstr>
      <vt:lpstr>상수 정의: const, readonly</vt:lpstr>
      <vt:lpstr>Override(번복) vs Upcasting(상향 선정)</vt:lpstr>
      <vt:lpstr>Abstract Class (추상 클래스)</vt:lpstr>
      <vt:lpstr>다양한 상속 종류</vt:lpstr>
      <vt:lpstr>다양한 class 종류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조용희</dc:creator>
  <cp:lastModifiedBy>조용희</cp:lastModifiedBy>
  <cp:revision>34</cp:revision>
  <dcterms:created xsi:type="dcterms:W3CDTF">2025-09-02T00:29:07Z</dcterms:created>
  <dcterms:modified xsi:type="dcterms:W3CDTF">2025-11-18T09:02:48Z</dcterms:modified>
</cp:coreProperties>
</file>